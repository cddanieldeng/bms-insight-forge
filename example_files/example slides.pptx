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0"/>
  </p:notesMasterIdLst>
  <p:sldIdLst>
    <p:sldId id="2147483481" r:id="rId5"/>
    <p:sldId id="272" r:id="rId6"/>
    <p:sldId id="2147483474" r:id="rId7"/>
    <p:sldId id="2147483487" r:id="rId8"/>
    <p:sldId id="214748354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9902938-B237-9890-560C-F26FD88B1BE8}" name="Kaplan, Lori" initials="KL" userId="S::lori.kaplan@bms.com::7f952761-d44c-42c4-84eb-8409c6d168d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07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114AA6-83B2-48B3-ADA3-54A34F936A3E}" type="datetimeFigureOut">
              <a:rPr lang="en-US" smtClean="0"/>
              <a:t>3/2/2026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A29B01-4019-4386-8860-415CF6C4C082}" type="slidenum">
              <a:rPr lang="en-US" smtClean="0"/>
              <a:t>‹#›</a:t>
            </a:fld>
            <a:endParaRPr lang="en-US"/>
          </a:p>
        </p:txBody>
      </p:sp>
    </p:spTree>
    <p:extLst>
      <p:ext uri="{BB962C8B-B14F-4D97-AF65-F5344CB8AC3E}">
        <p14:creationId xmlns:p14="http://schemas.microsoft.com/office/powerpoint/2010/main" val="4238789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Notes: </a:t>
            </a:r>
          </a:p>
          <a:p>
            <a:endParaRPr lang="en-US"/>
          </a:p>
          <a:p>
            <a:r>
              <a:rPr lang="en-US"/>
              <a:t>This activity will help inform the various factors that could make up a customer segment. These are based on the brand’s current understand of each segment based on past market research or current market insights </a:t>
            </a:r>
          </a:p>
          <a:p>
            <a:endParaRPr lang="en-US"/>
          </a:p>
          <a:p>
            <a:r>
              <a:rPr lang="en-US"/>
              <a:t>Starting with each segment, the activity should be completed with cross-functional groups as necessary and available. The size of the group will determine the breakouts (i.e., if one group will review segment 1 &amp; 2 and another 3 &amp; 4) </a:t>
            </a:r>
          </a:p>
          <a:p>
            <a:endParaRPr lang="en-US"/>
          </a:p>
          <a:p>
            <a:r>
              <a:rPr lang="en-US"/>
              <a:t>The teams should aim to list out as many varying factors as possible across the dimensions listed in the left column, these should be an exhaustive view of the segments overall. </a:t>
            </a:r>
          </a:p>
          <a:p>
            <a:endParaRPr lang="en-US"/>
          </a:p>
          <a:p>
            <a:r>
              <a:rPr lang="en-US"/>
              <a:t>After this is complete, the group (if broken out) can come back together and share learnings about each of the segments. </a:t>
            </a:r>
          </a:p>
          <a:p>
            <a:endParaRPr lang="en-US"/>
          </a:p>
          <a:p>
            <a:r>
              <a:rPr lang="en-US"/>
              <a:t>Drivers and Barriers can also be identified throughout the conversation or at the end as a secondary activity after the segment summaries are completed </a:t>
            </a:r>
          </a:p>
        </p:txBody>
      </p:sp>
      <p:sp>
        <p:nvSpPr>
          <p:cNvPr id="4" name="Slide Number Placeholder 3"/>
          <p:cNvSpPr>
            <a:spLocks noGrp="1"/>
          </p:cNvSpPr>
          <p:nvPr>
            <p:ph type="sldNum" sz="quarter" idx="5"/>
          </p:nvPr>
        </p:nvSpPr>
        <p:spPr/>
        <p:txBody>
          <a:bodyPr/>
          <a:lstStyle/>
          <a:p>
            <a:fld id="{DA5043C6-AA11-45DE-8B44-A291E354D277}" type="slidenum">
              <a:rPr lang="en-US" smtClean="0"/>
              <a:t>2</a:t>
            </a:fld>
            <a:endParaRPr lang="en-US"/>
          </a:p>
        </p:txBody>
      </p:sp>
    </p:spTree>
    <p:extLst>
      <p:ext uri="{BB962C8B-B14F-4D97-AF65-F5344CB8AC3E}">
        <p14:creationId xmlns:p14="http://schemas.microsoft.com/office/powerpoint/2010/main" val="1930632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Notes: </a:t>
            </a:r>
          </a:p>
          <a:p>
            <a:endParaRPr lang="en-US"/>
          </a:p>
          <a:p>
            <a:r>
              <a:rPr lang="en-US"/>
              <a:t>This activity will help inform the prioritization of the segments based on what is currently known about the segment (both qualitative summaries as well as the quantitative market attractiveness) </a:t>
            </a:r>
          </a:p>
          <a:p>
            <a:endParaRPr lang="en-US"/>
          </a:p>
          <a:p>
            <a:r>
              <a:rPr lang="en-US"/>
              <a:t>Starting with each segment, the activity should be completed with cross-functional groups as necessary and available. The size of the group will determine the breakouts (i.e., if one group will review segment 1 &amp; 2 and another 3 &amp; 4) </a:t>
            </a:r>
          </a:p>
          <a:p>
            <a:endParaRPr lang="en-US"/>
          </a:p>
          <a:p>
            <a:r>
              <a:rPr lang="en-US"/>
              <a:t>The teams should aim to prioritize the segments based on the qualitative and quantitative information available as well as layering in the current and desired behavior for each objective (</a:t>
            </a:r>
            <a:r>
              <a:rPr lang="en-US" err="1"/>
              <a:t>i.e</a:t>
            </a:r>
            <a:r>
              <a:rPr lang="en-US"/>
              <a:t>, the ability to win). This will help inform not only how attractive each segment is but also the level of effort required to win with each group.</a:t>
            </a:r>
          </a:p>
          <a:p>
            <a:endParaRPr lang="en-US"/>
          </a:p>
          <a:p>
            <a:r>
              <a:rPr lang="en-US"/>
              <a:t>After this is complete, the group (if broken out) can come back together and share learnings about each of the segments. </a:t>
            </a:r>
          </a:p>
          <a:p>
            <a:endParaRPr lang="en-US"/>
          </a:p>
        </p:txBody>
      </p:sp>
      <p:sp>
        <p:nvSpPr>
          <p:cNvPr id="4" name="Slide Number Placeholder 3"/>
          <p:cNvSpPr>
            <a:spLocks noGrp="1"/>
          </p:cNvSpPr>
          <p:nvPr>
            <p:ph type="sldNum" sz="quarter" idx="5"/>
          </p:nvPr>
        </p:nvSpPr>
        <p:spPr/>
        <p:txBody>
          <a:bodyPr/>
          <a:lstStyle/>
          <a:p>
            <a:fld id="{DA5043C6-AA11-45DE-8B44-A291E354D277}" type="slidenum">
              <a:rPr lang="en-US" smtClean="0"/>
              <a:t>3</a:t>
            </a:fld>
            <a:endParaRPr lang="en-US"/>
          </a:p>
        </p:txBody>
      </p:sp>
    </p:spTree>
    <p:extLst>
      <p:ext uri="{BB962C8B-B14F-4D97-AF65-F5344CB8AC3E}">
        <p14:creationId xmlns:p14="http://schemas.microsoft.com/office/powerpoint/2010/main" val="1658673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Notes:</a:t>
            </a:r>
            <a:endParaRPr lang="en-US" baseline="0">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5043C6-AA11-45DE-8B44-A291E354D27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21398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692E5CDC-3F8F-AF4C-BDBB-F6335CB85FE8}"/>
              </a:ext>
            </a:extLst>
          </p:cNvPr>
          <p:cNvSpPr>
            <a:spLocks noGrp="1"/>
          </p:cNvSpPr>
          <p:nvPr>
            <p:ph type="body" sz="quarter" idx="10" hasCustomPrompt="1"/>
          </p:nvPr>
        </p:nvSpPr>
        <p:spPr>
          <a:xfrm>
            <a:off x="365760" y="365760"/>
            <a:ext cx="7543165" cy="457200"/>
          </a:xfrm>
        </p:spPr>
        <p:txBody>
          <a:bodyPr/>
          <a:lstStyle>
            <a:lvl1pPr marL="0" marR="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b="1"/>
            </a:lvl1pPr>
            <a:lvl2pPr marL="0" indent="0">
              <a:spcBef>
                <a:spcPts val="0"/>
              </a:spcBef>
              <a:buNone/>
              <a:defRPr b="1"/>
            </a:lvl2pPr>
            <a:lvl3pPr marL="0" indent="0">
              <a:spcBef>
                <a:spcPts val="0"/>
              </a:spcBef>
              <a:buNone/>
              <a:defRPr b="1"/>
            </a:lvl3pPr>
            <a:lvl4pPr marL="0" indent="0">
              <a:spcBef>
                <a:spcPts val="0"/>
              </a:spcBef>
              <a:buNone/>
              <a:defRPr b="1"/>
            </a:lvl4pPr>
            <a:lvl5pPr marL="0" indent="0">
              <a:spcBef>
                <a:spcPts val="0"/>
              </a:spcBef>
              <a:buNone/>
              <a:defRPr b="1"/>
            </a:lvl5pPr>
            <a:lvl6pPr marL="0" indent="0">
              <a:spcBef>
                <a:spcPts val="0"/>
              </a:spcBef>
              <a:buNone/>
              <a:defRPr b="1"/>
            </a:lvl6pPr>
            <a:lvl7pPr marL="0" indent="0">
              <a:spcBef>
                <a:spcPts val="0"/>
              </a:spcBef>
              <a:buNone/>
              <a:defRPr b="1"/>
            </a:lvl7pPr>
            <a:lvl8pPr marL="0" indent="0">
              <a:spcBef>
                <a:spcPts val="0"/>
              </a:spcBef>
              <a:buNone/>
              <a:defRPr b="1"/>
            </a:lvl8pPr>
            <a:lvl9pPr marL="0" indent="0">
              <a:spcBef>
                <a:spcPts val="0"/>
              </a:spcBef>
              <a:buNone/>
              <a:defRPr b="1"/>
            </a:lvl9pPr>
          </a:lstStyle>
          <a:p>
            <a:pPr lvl="0"/>
            <a:r>
              <a:rPr lang="en-US"/>
              <a:t>Division/Therapeutic Area [Edit here]</a:t>
            </a:r>
          </a:p>
        </p:txBody>
      </p:sp>
      <p:sp>
        <p:nvSpPr>
          <p:cNvPr id="2" name="Title 2">
            <a:extLst>
              <a:ext uri="{FF2B5EF4-FFF2-40B4-BE49-F238E27FC236}">
                <a16:creationId xmlns:a16="http://schemas.microsoft.com/office/drawing/2014/main" id="{DD93F370-0603-42F8-A7D8-E3390EE70687}"/>
              </a:ext>
            </a:extLst>
          </p:cNvPr>
          <p:cNvSpPr>
            <a:spLocks noGrp="1"/>
          </p:cNvSpPr>
          <p:nvPr>
            <p:ph type="ctrTitle" hasCustomPrompt="1"/>
          </p:nvPr>
        </p:nvSpPr>
        <p:spPr>
          <a:xfrm>
            <a:off x="365760" y="1554480"/>
            <a:ext cx="7543165" cy="2560320"/>
          </a:xfrm>
        </p:spPr>
        <p:txBody>
          <a:bodyPr anchor="t" anchorCtr="0"/>
          <a:lstStyle>
            <a:lvl1pPr algn="l">
              <a:defRPr sz="6000" b="1" spc="0" baseline="0">
                <a:solidFill>
                  <a:srgbClr val="BE2BBB"/>
                </a:solidFill>
              </a:defRPr>
            </a:lvl1pPr>
          </a:lstStyle>
          <a:p>
            <a:r>
              <a:rPr lang="en-US"/>
              <a:t>[Presentation title]</a:t>
            </a:r>
          </a:p>
        </p:txBody>
      </p:sp>
      <p:sp>
        <p:nvSpPr>
          <p:cNvPr id="3" name="Subtitle 3">
            <a:extLst>
              <a:ext uri="{FF2B5EF4-FFF2-40B4-BE49-F238E27FC236}">
                <a16:creationId xmlns:a16="http://schemas.microsoft.com/office/drawing/2014/main" id="{4077195B-8D8D-4BD5-8ADD-A390F24676CD}"/>
              </a:ext>
            </a:extLst>
          </p:cNvPr>
          <p:cNvSpPr>
            <a:spLocks noGrp="1"/>
          </p:cNvSpPr>
          <p:nvPr>
            <p:ph type="subTitle" idx="1" hasCustomPrompt="1"/>
          </p:nvPr>
        </p:nvSpPr>
        <p:spPr>
          <a:xfrm>
            <a:off x="365758" y="4343400"/>
            <a:ext cx="7543800" cy="457200"/>
          </a:xfrm>
        </p:spPr>
        <p:txBody>
          <a:bodyPr>
            <a:noAutofit/>
          </a:bodyPr>
          <a:lstStyle>
            <a:lvl1pPr marL="0" indent="0" algn="l">
              <a:spcBef>
                <a:spcPts val="0"/>
              </a:spcBef>
              <a:buNone/>
              <a:defRPr sz="2000" b="1"/>
            </a:lvl1pPr>
            <a:lvl2pPr marL="0" indent="0" algn="l">
              <a:spcBef>
                <a:spcPts val="0"/>
              </a:spcBef>
              <a:buNone/>
              <a:defRPr sz="2000"/>
            </a:lvl2pPr>
            <a:lvl3pPr marL="0" indent="0" algn="l">
              <a:spcBef>
                <a:spcPts val="0"/>
              </a:spcBef>
              <a:buNone/>
              <a:defRPr sz="2000"/>
            </a:lvl3pPr>
            <a:lvl4pPr marL="0" indent="0" algn="l">
              <a:spcBef>
                <a:spcPts val="0"/>
              </a:spcBef>
              <a:buNone/>
              <a:defRPr sz="2000"/>
            </a:lvl4pPr>
            <a:lvl5pPr marL="0" indent="0" algn="l">
              <a:spcBef>
                <a:spcPts val="0"/>
              </a:spcBef>
              <a:buNone/>
              <a:defRPr sz="2000"/>
            </a:lvl5pPr>
            <a:lvl6pPr marL="0" indent="0" algn="l">
              <a:spcBef>
                <a:spcPts val="0"/>
              </a:spcBef>
              <a:buNone/>
              <a:defRPr sz="2000"/>
            </a:lvl6pPr>
            <a:lvl7pPr marL="0" indent="0" algn="l">
              <a:spcBef>
                <a:spcPts val="0"/>
              </a:spcBef>
              <a:buNone/>
              <a:defRPr sz="2000"/>
            </a:lvl7pPr>
            <a:lvl8pPr marL="0" indent="0" algn="l">
              <a:spcBef>
                <a:spcPts val="0"/>
              </a:spcBef>
              <a:buNone/>
              <a:defRPr sz="2000"/>
            </a:lvl8pPr>
            <a:lvl9pPr marL="0" indent="0" algn="l">
              <a:spcBef>
                <a:spcPts val="0"/>
              </a:spcBef>
              <a:buNone/>
              <a:defRPr sz="2000"/>
            </a:lvl9pPr>
          </a:lstStyle>
          <a:p>
            <a:r>
              <a:rPr lang="en-US"/>
              <a:t>[Month 00, 0000]</a:t>
            </a:r>
          </a:p>
        </p:txBody>
      </p:sp>
      <p:sp>
        <p:nvSpPr>
          <p:cNvPr id="5" name="Text Placeholder 4">
            <a:extLst>
              <a:ext uri="{FF2B5EF4-FFF2-40B4-BE49-F238E27FC236}">
                <a16:creationId xmlns:a16="http://schemas.microsoft.com/office/drawing/2014/main" id="{C7CE39BE-06F7-7349-BF12-45D065ED872B}"/>
              </a:ext>
            </a:extLst>
          </p:cNvPr>
          <p:cNvSpPr>
            <a:spLocks noGrp="1"/>
          </p:cNvSpPr>
          <p:nvPr>
            <p:ph type="body" sz="quarter" idx="11" hasCustomPrompt="1"/>
          </p:nvPr>
        </p:nvSpPr>
        <p:spPr>
          <a:xfrm>
            <a:off x="365757" y="4937760"/>
            <a:ext cx="7543167" cy="685800"/>
          </a:xfrm>
        </p:spPr>
        <p:txBody>
          <a:bodyPr/>
          <a:lstStyle>
            <a:lvl1pPr marL="0" indent="0">
              <a:spcBef>
                <a:spcPts val="0"/>
              </a:spcBef>
              <a:buNone/>
              <a:defRPr b="0"/>
            </a:lvl1pPr>
            <a:lvl2pPr marL="0" indent="0">
              <a:spcBef>
                <a:spcPts val="0"/>
              </a:spcBef>
              <a:buNone/>
              <a:defRPr b="0"/>
            </a:lvl2pPr>
            <a:lvl3pPr marL="0" indent="0">
              <a:spcBef>
                <a:spcPts val="0"/>
              </a:spcBef>
              <a:buNone/>
              <a:defRPr b="0"/>
            </a:lvl3pPr>
            <a:lvl4pPr marL="0" indent="0">
              <a:spcBef>
                <a:spcPts val="0"/>
              </a:spcBef>
              <a:buNone/>
              <a:defRPr b="0"/>
            </a:lvl4pPr>
            <a:lvl5pPr marL="0" indent="0">
              <a:spcBef>
                <a:spcPts val="0"/>
              </a:spcBef>
              <a:buNone/>
              <a:defRPr b="0"/>
            </a:lvl5pPr>
            <a:lvl6pPr marL="0" indent="0">
              <a:spcBef>
                <a:spcPts val="0"/>
              </a:spcBef>
              <a:buNone/>
              <a:defRPr b="0"/>
            </a:lvl6pPr>
            <a:lvl7pPr marL="0" indent="0">
              <a:spcBef>
                <a:spcPts val="0"/>
              </a:spcBef>
              <a:buNone/>
              <a:defRPr b="0"/>
            </a:lvl7pPr>
            <a:lvl8pPr marL="0" indent="0">
              <a:spcBef>
                <a:spcPts val="0"/>
              </a:spcBef>
              <a:buNone/>
              <a:defRPr b="0"/>
            </a:lvl8pPr>
            <a:lvl9pPr marL="0" indent="0">
              <a:spcBef>
                <a:spcPts val="0"/>
              </a:spcBef>
              <a:buNone/>
              <a:defRPr b="0"/>
            </a:lvl9pPr>
          </a:lstStyle>
          <a:p>
            <a:pPr lvl="0"/>
            <a:r>
              <a:rPr lang="en-US"/>
              <a:t>[Presenter Name]</a:t>
            </a:r>
            <a:br>
              <a:rPr lang="en-US"/>
            </a:br>
            <a:r>
              <a:rPr lang="en-US"/>
              <a:t>[Title]</a:t>
            </a:r>
          </a:p>
        </p:txBody>
      </p:sp>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p:nvPicPr>
        <p:blipFill>
          <a:blip r:embed="rId2"/>
          <a:stretch>
            <a:fillRect/>
          </a:stretch>
        </p:blipFill>
        <p:spPr bwMode="black">
          <a:xfrm>
            <a:off x="150688" y="5913096"/>
            <a:ext cx="3260486" cy="822960"/>
          </a:xfrm>
          <a:prstGeom prst="rect">
            <a:avLst/>
          </a:prstGeom>
          <a:noFill/>
        </p:spPr>
      </p:pic>
      <p:sp>
        <p:nvSpPr>
          <p:cNvPr id="10" name="Disclaimer">
            <a:extLst>
              <a:ext uri="{FF2B5EF4-FFF2-40B4-BE49-F238E27FC236}">
                <a16:creationId xmlns:a16="http://schemas.microsoft.com/office/drawing/2014/main" id="{0411BC70-4820-DF40-90C3-6ACD451ADD60}"/>
              </a:ext>
            </a:extLst>
          </p:cNvPr>
          <p:cNvSpPr txBox="1"/>
          <p:nvPr/>
        </p:nvSpPr>
        <p:spPr>
          <a:xfrm>
            <a:off x="8205215" y="6257290"/>
            <a:ext cx="3621659" cy="228600"/>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800" b="0"/>
              <a:t>Confidential - Internal Use Only</a:t>
            </a:r>
          </a:p>
        </p:txBody>
      </p:sp>
    </p:spTree>
    <p:extLst>
      <p:ext uri="{BB962C8B-B14F-4D97-AF65-F5344CB8AC3E}">
        <p14:creationId xmlns:p14="http://schemas.microsoft.com/office/powerpoint/2010/main" val="3833637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Third Picture">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692E5CDC-3F8F-AF4C-BDBB-F6335CB85FE8}"/>
              </a:ext>
            </a:extLst>
          </p:cNvPr>
          <p:cNvSpPr>
            <a:spLocks noGrp="1"/>
          </p:cNvSpPr>
          <p:nvPr>
            <p:ph type="body" sz="quarter" idx="10" hasCustomPrompt="1"/>
          </p:nvPr>
        </p:nvSpPr>
        <p:spPr>
          <a:xfrm>
            <a:off x="365760" y="365760"/>
            <a:ext cx="7543165" cy="457200"/>
          </a:xfrm>
        </p:spPr>
        <p:txBody>
          <a:bodyPr/>
          <a:lstStyle>
            <a:lvl1pPr marL="0" marR="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b="1"/>
            </a:lvl1pPr>
            <a:lvl2pPr marL="0" indent="0">
              <a:spcBef>
                <a:spcPts val="0"/>
              </a:spcBef>
              <a:buNone/>
              <a:defRPr b="1"/>
            </a:lvl2pPr>
            <a:lvl3pPr marL="0" indent="0">
              <a:spcBef>
                <a:spcPts val="0"/>
              </a:spcBef>
              <a:buNone/>
              <a:defRPr b="1"/>
            </a:lvl3pPr>
            <a:lvl4pPr marL="0" indent="0">
              <a:spcBef>
                <a:spcPts val="0"/>
              </a:spcBef>
              <a:buNone/>
              <a:defRPr b="1"/>
            </a:lvl4pPr>
            <a:lvl5pPr marL="0" indent="0">
              <a:spcBef>
                <a:spcPts val="0"/>
              </a:spcBef>
              <a:buNone/>
              <a:defRPr b="1"/>
            </a:lvl5pPr>
            <a:lvl6pPr marL="0" indent="0">
              <a:spcBef>
                <a:spcPts val="0"/>
              </a:spcBef>
              <a:buNone/>
              <a:defRPr b="1"/>
            </a:lvl6pPr>
            <a:lvl7pPr marL="0" indent="0">
              <a:spcBef>
                <a:spcPts val="0"/>
              </a:spcBef>
              <a:buNone/>
              <a:defRPr b="1"/>
            </a:lvl7pPr>
            <a:lvl8pPr marL="0" indent="0">
              <a:spcBef>
                <a:spcPts val="0"/>
              </a:spcBef>
              <a:buNone/>
              <a:defRPr b="1"/>
            </a:lvl8pPr>
            <a:lvl9pPr marL="0" indent="0">
              <a:spcBef>
                <a:spcPts val="0"/>
              </a:spcBef>
              <a:buNone/>
              <a:defRPr b="1"/>
            </a:lvl9pPr>
          </a:lstStyle>
          <a:p>
            <a:pPr lvl="0"/>
            <a:r>
              <a:rPr lang="en-US"/>
              <a:t>Division/Therapeutic Area [Edit here]</a:t>
            </a:r>
          </a:p>
        </p:txBody>
      </p:sp>
      <p:sp>
        <p:nvSpPr>
          <p:cNvPr id="2" name="Title 2">
            <a:extLst>
              <a:ext uri="{FF2B5EF4-FFF2-40B4-BE49-F238E27FC236}">
                <a16:creationId xmlns:a16="http://schemas.microsoft.com/office/drawing/2014/main" id="{DD93F370-0603-42F8-A7D8-E3390EE70687}"/>
              </a:ext>
            </a:extLst>
          </p:cNvPr>
          <p:cNvSpPr>
            <a:spLocks noGrp="1"/>
          </p:cNvSpPr>
          <p:nvPr>
            <p:ph type="ctrTitle" hasCustomPrompt="1"/>
          </p:nvPr>
        </p:nvSpPr>
        <p:spPr>
          <a:xfrm>
            <a:off x="365760" y="1554480"/>
            <a:ext cx="7543165" cy="2560320"/>
          </a:xfrm>
        </p:spPr>
        <p:txBody>
          <a:bodyPr anchor="t" anchorCtr="0"/>
          <a:lstStyle>
            <a:lvl1pPr algn="l">
              <a:defRPr sz="6000" b="1" spc="0" baseline="0">
                <a:solidFill>
                  <a:srgbClr val="BE2BBB"/>
                </a:solidFill>
              </a:defRPr>
            </a:lvl1pPr>
          </a:lstStyle>
          <a:p>
            <a:r>
              <a:rPr lang="en-US"/>
              <a:t>[Presentation title]</a:t>
            </a:r>
          </a:p>
        </p:txBody>
      </p:sp>
      <p:sp>
        <p:nvSpPr>
          <p:cNvPr id="3" name="Subtitle 3">
            <a:extLst>
              <a:ext uri="{FF2B5EF4-FFF2-40B4-BE49-F238E27FC236}">
                <a16:creationId xmlns:a16="http://schemas.microsoft.com/office/drawing/2014/main" id="{4077195B-8D8D-4BD5-8ADD-A390F24676CD}"/>
              </a:ext>
            </a:extLst>
          </p:cNvPr>
          <p:cNvSpPr>
            <a:spLocks noGrp="1"/>
          </p:cNvSpPr>
          <p:nvPr>
            <p:ph type="subTitle" idx="1" hasCustomPrompt="1"/>
          </p:nvPr>
        </p:nvSpPr>
        <p:spPr>
          <a:xfrm>
            <a:off x="365758" y="4343400"/>
            <a:ext cx="7543800" cy="457200"/>
          </a:xfrm>
        </p:spPr>
        <p:txBody>
          <a:bodyPr>
            <a:noAutofit/>
          </a:bodyPr>
          <a:lstStyle>
            <a:lvl1pPr marL="0" indent="0" algn="l">
              <a:spcBef>
                <a:spcPts val="0"/>
              </a:spcBef>
              <a:buNone/>
              <a:defRPr sz="2000" b="1"/>
            </a:lvl1pPr>
            <a:lvl2pPr marL="0" indent="0" algn="l">
              <a:spcBef>
                <a:spcPts val="0"/>
              </a:spcBef>
              <a:buNone/>
              <a:defRPr sz="2000"/>
            </a:lvl2pPr>
            <a:lvl3pPr marL="0" indent="0" algn="l">
              <a:spcBef>
                <a:spcPts val="0"/>
              </a:spcBef>
              <a:buNone/>
              <a:defRPr sz="2000"/>
            </a:lvl3pPr>
            <a:lvl4pPr marL="0" indent="0" algn="l">
              <a:spcBef>
                <a:spcPts val="0"/>
              </a:spcBef>
              <a:buNone/>
              <a:defRPr sz="2000"/>
            </a:lvl4pPr>
            <a:lvl5pPr marL="0" indent="0" algn="l">
              <a:spcBef>
                <a:spcPts val="0"/>
              </a:spcBef>
              <a:buNone/>
              <a:defRPr sz="2000"/>
            </a:lvl5pPr>
            <a:lvl6pPr marL="0" indent="0" algn="l">
              <a:spcBef>
                <a:spcPts val="0"/>
              </a:spcBef>
              <a:buNone/>
              <a:defRPr sz="2000"/>
            </a:lvl6pPr>
            <a:lvl7pPr marL="0" indent="0" algn="l">
              <a:spcBef>
                <a:spcPts val="0"/>
              </a:spcBef>
              <a:buNone/>
              <a:defRPr sz="2000"/>
            </a:lvl7pPr>
            <a:lvl8pPr marL="0" indent="0" algn="l">
              <a:spcBef>
                <a:spcPts val="0"/>
              </a:spcBef>
              <a:buNone/>
              <a:defRPr sz="2000"/>
            </a:lvl8pPr>
            <a:lvl9pPr marL="0" indent="0" algn="l">
              <a:spcBef>
                <a:spcPts val="0"/>
              </a:spcBef>
              <a:buNone/>
              <a:defRPr sz="2000"/>
            </a:lvl9pPr>
          </a:lstStyle>
          <a:p>
            <a:r>
              <a:rPr lang="en-US"/>
              <a:t>[Month 00, 0000]</a:t>
            </a:r>
          </a:p>
        </p:txBody>
      </p:sp>
      <p:sp>
        <p:nvSpPr>
          <p:cNvPr id="5" name="Text Placeholder 4">
            <a:extLst>
              <a:ext uri="{FF2B5EF4-FFF2-40B4-BE49-F238E27FC236}">
                <a16:creationId xmlns:a16="http://schemas.microsoft.com/office/drawing/2014/main" id="{C7CE39BE-06F7-7349-BF12-45D065ED872B}"/>
              </a:ext>
            </a:extLst>
          </p:cNvPr>
          <p:cNvSpPr>
            <a:spLocks noGrp="1"/>
          </p:cNvSpPr>
          <p:nvPr>
            <p:ph type="body" sz="quarter" idx="11" hasCustomPrompt="1"/>
          </p:nvPr>
        </p:nvSpPr>
        <p:spPr>
          <a:xfrm>
            <a:off x="365757" y="4937760"/>
            <a:ext cx="7543167" cy="685800"/>
          </a:xfrm>
        </p:spPr>
        <p:txBody>
          <a:bodyPr/>
          <a:lstStyle>
            <a:lvl1pPr marL="0" indent="0">
              <a:spcBef>
                <a:spcPts val="0"/>
              </a:spcBef>
              <a:buNone/>
              <a:defRPr b="0"/>
            </a:lvl1pPr>
            <a:lvl2pPr marL="0" indent="0">
              <a:spcBef>
                <a:spcPts val="0"/>
              </a:spcBef>
              <a:buNone/>
              <a:defRPr b="0"/>
            </a:lvl2pPr>
            <a:lvl3pPr marL="0" indent="0">
              <a:spcBef>
                <a:spcPts val="0"/>
              </a:spcBef>
              <a:buNone/>
              <a:defRPr b="0"/>
            </a:lvl3pPr>
            <a:lvl4pPr marL="0" indent="0">
              <a:spcBef>
                <a:spcPts val="0"/>
              </a:spcBef>
              <a:buNone/>
              <a:defRPr b="0"/>
            </a:lvl4pPr>
            <a:lvl5pPr marL="0" indent="0">
              <a:spcBef>
                <a:spcPts val="0"/>
              </a:spcBef>
              <a:buNone/>
              <a:defRPr b="0"/>
            </a:lvl5pPr>
            <a:lvl6pPr marL="0" indent="0">
              <a:spcBef>
                <a:spcPts val="0"/>
              </a:spcBef>
              <a:buNone/>
              <a:defRPr b="0"/>
            </a:lvl6pPr>
            <a:lvl7pPr marL="0" indent="0">
              <a:spcBef>
                <a:spcPts val="0"/>
              </a:spcBef>
              <a:buNone/>
              <a:defRPr b="0"/>
            </a:lvl7pPr>
            <a:lvl8pPr marL="0" indent="0">
              <a:spcBef>
                <a:spcPts val="0"/>
              </a:spcBef>
              <a:buNone/>
              <a:defRPr b="0"/>
            </a:lvl8pPr>
            <a:lvl9pPr marL="0" indent="0">
              <a:spcBef>
                <a:spcPts val="0"/>
              </a:spcBef>
              <a:buNone/>
              <a:defRPr b="0"/>
            </a:lvl9pPr>
          </a:lstStyle>
          <a:p>
            <a:pPr lvl="0"/>
            <a:r>
              <a:rPr lang="en-US"/>
              <a:t>[Presenter Name]</a:t>
            </a:r>
            <a:br>
              <a:rPr lang="en-US"/>
            </a:br>
            <a:r>
              <a:rPr lang="en-US"/>
              <a:t>[Title]</a:t>
            </a:r>
          </a:p>
        </p:txBody>
      </p:sp>
      <p:sp>
        <p:nvSpPr>
          <p:cNvPr id="9" name="Picture Placeholder 5">
            <a:extLst>
              <a:ext uri="{FF2B5EF4-FFF2-40B4-BE49-F238E27FC236}">
                <a16:creationId xmlns:a16="http://schemas.microsoft.com/office/drawing/2014/main" id="{4DF5C4D3-C5D6-1C42-9EC6-C8BA2A34AF84}"/>
              </a:ext>
            </a:extLst>
          </p:cNvPr>
          <p:cNvSpPr>
            <a:spLocks noGrp="1"/>
          </p:cNvSpPr>
          <p:nvPr>
            <p:ph type="pic" sz="quarter" idx="13"/>
          </p:nvPr>
        </p:nvSpPr>
        <p:spPr>
          <a:xfrm>
            <a:off x="8205215" y="0"/>
            <a:ext cx="3986785" cy="6857999"/>
          </a:xfrm>
          <a:noFill/>
        </p:spPr>
        <p:txBody>
          <a:bodyPr anchor="ctr" anchorCtr="0">
            <a:normAutofit/>
          </a:bodyPr>
          <a:lstStyle>
            <a:lvl1pPr marL="0" indent="0" algn="ctr">
              <a:spcBef>
                <a:spcPts val="0"/>
              </a:spcBef>
              <a:buFontTx/>
              <a:buNone/>
              <a:defRPr sz="1200"/>
            </a:lvl1pPr>
          </a:lstStyle>
          <a:p>
            <a:r>
              <a:rPr lang="en-US"/>
              <a:t>Click icon to add picture</a:t>
            </a:r>
          </a:p>
        </p:txBody>
      </p:sp>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p:nvPicPr>
        <p:blipFill>
          <a:blip r:embed="rId2"/>
          <a:stretch>
            <a:fillRect/>
          </a:stretch>
        </p:blipFill>
        <p:spPr bwMode="black">
          <a:xfrm>
            <a:off x="150688" y="5913096"/>
            <a:ext cx="3260486" cy="822960"/>
          </a:xfrm>
          <a:prstGeom prst="rect">
            <a:avLst/>
          </a:prstGeom>
          <a:noFill/>
        </p:spPr>
      </p:pic>
      <p:sp>
        <p:nvSpPr>
          <p:cNvPr id="10" name="Disclaimer">
            <a:extLst>
              <a:ext uri="{FF2B5EF4-FFF2-40B4-BE49-F238E27FC236}">
                <a16:creationId xmlns:a16="http://schemas.microsoft.com/office/drawing/2014/main" id="{0411BC70-4820-DF40-90C3-6ACD451ADD60}"/>
              </a:ext>
            </a:extLst>
          </p:cNvPr>
          <p:cNvSpPr txBox="1"/>
          <p:nvPr/>
        </p:nvSpPr>
        <p:spPr>
          <a:xfrm>
            <a:off x="4287265" y="6257290"/>
            <a:ext cx="3621659" cy="228600"/>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800" b="0"/>
              <a:t>Confidential - Internal Use Only</a:t>
            </a:r>
          </a:p>
        </p:txBody>
      </p:sp>
    </p:spTree>
    <p:extLst>
      <p:ext uri="{BB962C8B-B14F-4D97-AF65-F5344CB8AC3E}">
        <p14:creationId xmlns:p14="http://schemas.microsoft.com/office/powerpoint/2010/main" val="3613104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p15:clr>
            <a:srgbClr val="FBAE40"/>
          </p15:clr>
        </p15:guide>
        <p15:guide id="2" pos="516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Half Picture">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692E5CDC-3F8F-AF4C-BDBB-F6335CB85FE8}"/>
              </a:ext>
            </a:extLst>
          </p:cNvPr>
          <p:cNvSpPr>
            <a:spLocks noGrp="1"/>
          </p:cNvSpPr>
          <p:nvPr>
            <p:ph type="body" sz="quarter" idx="10" hasCustomPrompt="1"/>
          </p:nvPr>
        </p:nvSpPr>
        <p:spPr>
          <a:xfrm>
            <a:off x="365761" y="365760"/>
            <a:ext cx="5428488" cy="457200"/>
          </a:xfrm>
        </p:spPr>
        <p:txBody>
          <a:bodyPr/>
          <a:lstStyle>
            <a:lvl1pPr marL="0" marR="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b="1"/>
            </a:lvl1pPr>
            <a:lvl2pPr marL="0" indent="0">
              <a:spcBef>
                <a:spcPts val="0"/>
              </a:spcBef>
              <a:buNone/>
              <a:defRPr b="1"/>
            </a:lvl2pPr>
            <a:lvl3pPr marL="0" indent="0">
              <a:spcBef>
                <a:spcPts val="0"/>
              </a:spcBef>
              <a:buNone/>
              <a:defRPr b="1"/>
            </a:lvl3pPr>
            <a:lvl4pPr marL="0" indent="0">
              <a:spcBef>
                <a:spcPts val="0"/>
              </a:spcBef>
              <a:buNone/>
              <a:defRPr b="1"/>
            </a:lvl4pPr>
            <a:lvl5pPr marL="0" indent="0">
              <a:spcBef>
                <a:spcPts val="0"/>
              </a:spcBef>
              <a:buNone/>
              <a:defRPr b="1"/>
            </a:lvl5pPr>
            <a:lvl6pPr marL="0" indent="0">
              <a:spcBef>
                <a:spcPts val="0"/>
              </a:spcBef>
              <a:buNone/>
              <a:defRPr b="1"/>
            </a:lvl6pPr>
            <a:lvl7pPr marL="0" indent="0">
              <a:spcBef>
                <a:spcPts val="0"/>
              </a:spcBef>
              <a:buNone/>
              <a:defRPr b="1"/>
            </a:lvl7pPr>
            <a:lvl8pPr marL="0" indent="0">
              <a:spcBef>
                <a:spcPts val="0"/>
              </a:spcBef>
              <a:buNone/>
              <a:defRPr b="1"/>
            </a:lvl8pPr>
            <a:lvl9pPr marL="0" indent="0">
              <a:spcBef>
                <a:spcPts val="0"/>
              </a:spcBef>
              <a:buNone/>
              <a:defRPr b="1"/>
            </a:lvl9pPr>
          </a:lstStyle>
          <a:p>
            <a:pPr lvl="0"/>
            <a:r>
              <a:rPr lang="en-US"/>
              <a:t>Division/Therapeutic Area [Edit here]</a:t>
            </a:r>
          </a:p>
        </p:txBody>
      </p:sp>
      <p:sp>
        <p:nvSpPr>
          <p:cNvPr id="2" name="Title 2">
            <a:extLst>
              <a:ext uri="{FF2B5EF4-FFF2-40B4-BE49-F238E27FC236}">
                <a16:creationId xmlns:a16="http://schemas.microsoft.com/office/drawing/2014/main" id="{DD93F370-0603-42F8-A7D8-E3390EE70687}"/>
              </a:ext>
            </a:extLst>
          </p:cNvPr>
          <p:cNvSpPr>
            <a:spLocks noGrp="1"/>
          </p:cNvSpPr>
          <p:nvPr>
            <p:ph type="ctrTitle" hasCustomPrompt="1"/>
          </p:nvPr>
        </p:nvSpPr>
        <p:spPr>
          <a:xfrm>
            <a:off x="365760" y="1554480"/>
            <a:ext cx="5428489" cy="2560320"/>
          </a:xfrm>
        </p:spPr>
        <p:txBody>
          <a:bodyPr anchor="t" anchorCtr="0"/>
          <a:lstStyle>
            <a:lvl1pPr algn="l">
              <a:lnSpc>
                <a:spcPct val="85000"/>
              </a:lnSpc>
              <a:defRPr sz="4800" b="1" spc="0" baseline="0">
                <a:solidFill>
                  <a:srgbClr val="BE2BBB"/>
                </a:solidFill>
              </a:defRPr>
            </a:lvl1pPr>
          </a:lstStyle>
          <a:p>
            <a:r>
              <a:rPr lang="en-US"/>
              <a:t>[Presentation title]</a:t>
            </a:r>
          </a:p>
        </p:txBody>
      </p:sp>
      <p:sp>
        <p:nvSpPr>
          <p:cNvPr id="3" name="Subtitle 3">
            <a:extLst>
              <a:ext uri="{FF2B5EF4-FFF2-40B4-BE49-F238E27FC236}">
                <a16:creationId xmlns:a16="http://schemas.microsoft.com/office/drawing/2014/main" id="{4077195B-8D8D-4BD5-8ADD-A390F24676CD}"/>
              </a:ext>
            </a:extLst>
          </p:cNvPr>
          <p:cNvSpPr>
            <a:spLocks noGrp="1"/>
          </p:cNvSpPr>
          <p:nvPr>
            <p:ph type="subTitle" idx="1" hasCustomPrompt="1"/>
          </p:nvPr>
        </p:nvSpPr>
        <p:spPr>
          <a:xfrm>
            <a:off x="365758" y="4297680"/>
            <a:ext cx="5428488" cy="365760"/>
          </a:xfrm>
        </p:spPr>
        <p:txBody>
          <a:bodyPr>
            <a:noAutofit/>
          </a:bodyPr>
          <a:lstStyle>
            <a:lvl1pPr marL="0" indent="0" algn="l">
              <a:spcBef>
                <a:spcPts val="0"/>
              </a:spcBef>
              <a:buNone/>
              <a:defRPr sz="1600" b="1"/>
            </a:lvl1pPr>
            <a:lvl2pPr marL="0" indent="0" algn="l">
              <a:spcBef>
                <a:spcPts val="0"/>
              </a:spcBef>
              <a:buNone/>
              <a:defRPr sz="1600"/>
            </a:lvl2pPr>
            <a:lvl3pPr marL="0" indent="0" algn="l">
              <a:spcBef>
                <a:spcPts val="0"/>
              </a:spcBef>
              <a:buNone/>
              <a:defRPr sz="1600"/>
            </a:lvl3pPr>
            <a:lvl4pPr marL="0" indent="0" algn="l">
              <a:spcBef>
                <a:spcPts val="0"/>
              </a:spcBef>
              <a:buNone/>
              <a:defRPr sz="1600"/>
            </a:lvl4pPr>
            <a:lvl5pPr marL="0" indent="0" algn="l">
              <a:spcBef>
                <a:spcPts val="0"/>
              </a:spcBef>
              <a:buNone/>
              <a:defRPr sz="1600"/>
            </a:lvl5pPr>
            <a:lvl6pPr marL="0" indent="0" algn="l">
              <a:spcBef>
                <a:spcPts val="0"/>
              </a:spcBef>
              <a:buNone/>
              <a:defRPr sz="1600"/>
            </a:lvl6pPr>
            <a:lvl7pPr marL="0" indent="0" algn="l">
              <a:spcBef>
                <a:spcPts val="0"/>
              </a:spcBef>
              <a:buNone/>
              <a:defRPr sz="1600"/>
            </a:lvl7pPr>
            <a:lvl8pPr marL="0" indent="0" algn="l">
              <a:spcBef>
                <a:spcPts val="0"/>
              </a:spcBef>
              <a:buNone/>
              <a:defRPr sz="1600"/>
            </a:lvl8pPr>
            <a:lvl9pPr marL="0" indent="0" algn="l">
              <a:spcBef>
                <a:spcPts val="0"/>
              </a:spcBef>
              <a:buNone/>
              <a:defRPr sz="1600"/>
            </a:lvl9pPr>
          </a:lstStyle>
          <a:p>
            <a:r>
              <a:rPr lang="en-US"/>
              <a:t>[Month 00, 0000]</a:t>
            </a:r>
          </a:p>
        </p:txBody>
      </p:sp>
      <p:sp>
        <p:nvSpPr>
          <p:cNvPr id="5" name="Text Placeholder 4">
            <a:extLst>
              <a:ext uri="{FF2B5EF4-FFF2-40B4-BE49-F238E27FC236}">
                <a16:creationId xmlns:a16="http://schemas.microsoft.com/office/drawing/2014/main" id="{C7CE39BE-06F7-7349-BF12-45D065ED872B}"/>
              </a:ext>
            </a:extLst>
          </p:cNvPr>
          <p:cNvSpPr>
            <a:spLocks noGrp="1"/>
          </p:cNvSpPr>
          <p:nvPr>
            <p:ph type="body" sz="quarter" idx="11" hasCustomPrompt="1"/>
          </p:nvPr>
        </p:nvSpPr>
        <p:spPr>
          <a:xfrm>
            <a:off x="365758" y="4800600"/>
            <a:ext cx="5428488" cy="594360"/>
          </a:xfrm>
        </p:spPr>
        <p:txBody>
          <a:bodyPr/>
          <a:lstStyle>
            <a:lvl1pPr marL="0" indent="0">
              <a:spcBef>
                <a:spcPts val="0"/>
              </a:spcBef>
              <a:buNone/>
              <a:defRPr sz="1600" b="0"/>
            </a:lvl1pPr>
            <a:lvl2pPr marL="0" indent="0">
              <a:spcBef>
                <a:spcPts val="0"/>
              </a:spcBef>
              <a:buNone/>
              <a:defRPr sz="1600" b="0"/>
            </a:lvl2pPr>
            <a:lvl3pPr marL="0" indent="0">
              <a:spcBef>
                <a:spcPts val="0"/>
              </a:spcBef>
              <a:buNone/>
              <a:defRPr sz="1600" b="0"/>
            </a:lvl3pPr>
            <a:lvl4pPr marL="0" indent="0">
              <a:spcBef>
                <a:spcPts val="0"/>
              </a:spcBef>
              <a:buNone/>
              <a:defRPr sz="1600" b="0"/>
            </a:lvl4pPr>
            <a:lvl5pPr marL="0" indent="0">
              <a:spcBef>
                <a:spcPts val="0"/>
              </a:spcBef>
              <a:buNone/>
              <a:defRPr sz="1600" b="0"/>
            </a:lvl5pPr>
            <a:lvl6pPr marL="0" indent="0">
              <a:spcBef>
                <a:spcPts val="0"/>
              </a:spcBef>
              <a:buNone/>
              <a:defRPr sz="1600" b="0"/>
            </a:lvl6pPr>
            <a:lvl7pPr marL="0" indent="0">
              <a:spcBef>
                <a:spcPts val="0"/>
              </a:spcBef>
              <a:buNone/>
              <a:defRPr sz="1600" b="0"/>
            </a:lvl7pPr>
            <a:lvl8pPr marL="0" indent="0">
              <a:spcBef>
                <a:spcPts val="0"/>
              </a:spcBef>
              <a:buNone/>
              <a:defRPr sz="1600" b="0"/>
            </a:lvl8pPr>
            <a:lvl9pPr marL="0" indent="0">
              <a:spcBef>
                <a:spcPts val="0"/>
              </a:spcBef>
              <a:buNone/>
              <a:defRPr sz="1600" b="0"/>
            </a:lvl9pPr>
          </a:lstStyle>
          <a:p>
            <a:pPr lvl="0"/>
            <a:r>
              <a:rPr lang="en-US"/>
              <a:t>[Presenter Name]</a:t>
            </a:r>
            <a:br>
              <a:rPr lang="en-US"/>
            </a:br>
            <a:r>
              <a:rPr lang="en-US"/>
              <a:t>[Title]</a:t>
            </a:r>
          </a:p>
        </p:txBody>
      </p:sp>
      <p:sp>
        <p:nvSpPr>
          <p:cNvPr id="10" name="Disclaimer">
            <a:extLst>
              <a:ext uri="{FF2B5EF4-FFF2-40B4-BE49-F238E27FC236}">
                <a16:creationId xmlns:a16="http://schemas.microsoft.com/office/drawing/2014/main" id="{0411BC70-4820-DF40-90C3-6ACD451ADD60}"/>
              </a:ext>
            </a:extLst>
          </p:cNvPr>
          <p:cNvSpPr txBox="1"/>
          <p:nvPr/>
        </p:nvSpPr>
        <p:spPr>
          <a:xfrm>
            <a:off x="365125" y="5623560"/>
            <a:ext cx="5428488" cy="228600"/>
          </a:xfrm>
          <a:prstGeom prst="rect">
            <a:avLst/>
          </a:prstGeom>
          <a:noFill/>
        </p:spPr>
        <p:txBody>
          <a:bodyPr wrap="square" lIns="0" tIns="0" rIns="0" bIns="0" rtlCol="0" anchor="t" anchorCtr="0">
            <a:noAutofit/>
          </a:bodyPr>
          <a:lstStyle/>
          <a:p>
            <a:pPr marL="0" indent="0" algn="l">
              <a:lnSpc>
                <a:spcPct val="100000"/>
              </a:lnSpc>
              <a:spcBef>
                <a:spcPts val="0"/>
              </a:spcBef>
              <a:buSzPct val="100000"/>
              <a:buFontTx/>
              <a:buNone/>
            </a:pPr>
            <a:r>
              <a:rPr lang="en-US" sz="800" b="0"/>
              <a:t>Confidential - Internal Use Only</a:t>
            </a:r>
          </a:p>
        </p:txBody>
      </p:sp>
      <p:sp>
        <p:nvSpPr>
          <p:cNvPr id="9" name="Picture Placeholder 5">
            <a:extLst>
              <a:ext uri="{FF2B5EF4-FFF2-40B4-BE49-F238E27FC236}">
                <a16:creationId xmlns:a16="http://schemas.microsoft.com/office/drawing/2014/main" id="{4DF5C4D3-C5D6-1C42-9EC6-C8BA2A34AF84}"/>
              </a:ext>
            </a:extLst>
          </p:cNvPr>
          <p:cNvSpPr>
            <a:spLocks noGrp="1"/>
          </p:cNvSpPr>
          <p:nvPr>
            <p:ph type="pic" sz="quarter" idx="13"/>
          </p:nvPr>
        </p:nvSpPr>
        <p:spPr>
          <a:xfrm>
            <a:off x="6096001" y="0"/>
            <a:ext cx="6096000" cy="6857999"/>
          </a:xfrm>
          <a:noFill/>
        </p:spPr>
        <p:txBody>
          <a:bodyPr anchor="ctr" anchorCtr="0">
            <a:normAutofit/>
          </a:bodyPr>
          <a:lstStyle>
            <a:lvl1pPr marL="0" indent="0" algn="ctr">
              <a:spcBef>
                <a:spcPts val="0"/>
              </a:spcBef>
              <a:buFontTx/>
              <a:buNone/>
              <a:defRPr sz="1200"/>
            </a:lvl1pPr>
          </a:lstStyle>
          <a:p>
            <a:r>
              <a:rPr lang="en-US"/>
              <a:t>Click icon to add picture</a:t>
            </a:r>
          </a:p>
        </p:txBody>
      </p:sp>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p:nvPicPr>
        <p:blipFill>
          <a:blip r:embed="rId2"/>
          <a:stretch>
            <a:fillRect/>
          </a:stretch>
        </p:blipFill>
        <p:spPr bwMode="black">
          <a:xfrm>
            <a:off x="150688" y="5913096"/>
            <a:ext cx="3260486" cy="822960"/>
          </a:xfrm>
          <a:prstGeom prst="rect">
            <a:avLst/>
          </a:prstGeom>
          <a:noFill/>
        </p:spPr>
      </p:pic>
    </p:spTree>
    <p:extLst>
      <p:ext uri="{BB962C8B-B14F-4D97-AF65-F5344CB8AC3E}">
        <p14:creationId xmlns:p14="http://schemas.microsoft.com/office/powerpoint/2010/main" val="1027092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5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365125" y="1554480"/>
            <a:ext cx="7540371" cy="2743200"/>
          </a:xfrm>
        </p:spPr>
        <p:txBody>
          <a:bodyPr anchor="t" anchorCtr="0"/>
          <a:lstStyle>
            <a:lvl1pPr>
              <a:defRPr sz="6000" b="1" spc="0" baseline="0"/>
            </a:lvl1pPr>
          </a:lstStyle>
          <a:p>
            <a:r>
              <a:rPr lang="en-US"/>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3247442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 Light Gray">
    <p:bg>
      <p:bgPr>
        <a:solidFill>
          <a:srgbClr val="EEE7E7"/>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365125" y="1554480"/>
            <a:ext cx="7540371" cy="2743200"/>
          </a:xfrm>
        </p:spPr>
        <p:txBody>
          <a:bodyPr anchor="t" anchorCtr="0"/>
          <a:lstStyle>
            <a:lvl1pPr>
              <a:defRPr sz="6000" b="1" spc="0" baseline="0"/>
            </a:lvl1pPr>
          </a:lstStyle>
          <a:p>
            <a:r>
              <a:rPr lang="en-US"/>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3269769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 Amber">
    <p:bg>
      <p:bgPr>
        <a:solidFill>
          <a:srgbClr val="FFAC25"/>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365125" y="1554480"/>
            <a:ext cx="7540371" cy="2743200"/>
          </a:xfrm>
        </p:spPr>
        <p:txBody>
          <a:bodyPr anchor="t" anchorCtr="0"/>
          <a:lstStyle>
            <a:lvl1pPr>
              <a:defRPr sz="6000" b="1" spc="0" baseline="0"/>
            </a:lvl1pPr>
          </a:lstStyle>
          <a:p>
            <a:r>
              <a:rPr lang="en-US"/>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1856808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 Amber Photo A">
    <p:bg>
      <p:bgPr>
        <a:solidFill>
          <a:srgbClr val="FFAC25"/>
        </a:solidFill>
        <a:effectLst/>
      </p:bgPr>
    </p:bg>
    <p:spTree>
      <p:nvGrpSpPr>
        <p:cNvPr id="1" name=""/>
        <p:cNvGrpSpPr/>
        <p:nvPr/>
      </p:nvGrpSpPr>
      <p:grpSpPr>
        <a:xfrm>
          <a:off x="0" y="0"/>
          <a:ext cx="0" cy="0"/>
          <a:chOff x="0" y="0"/>
          <a:chExt cx="0" cy="0"/>
        </a:xfrm>
      </p:grpSpPr>
      <p:sp>
        <p:nvSpPr>
          <p:cNvPr id="8" name="Cover Up">
            <a:extLst>
              <a:ext uri="{FF2B5EF4-FFF2-40B4-BE49-F238E27FC236}">
                <a16:creationId xmlns:a16="http://schemas.microsoft.com/office/drawing/2014/main" id="{C016FD64-3BFF-90B0-41D3-444EC6D5B550}"/>
              </a:ext>
              <a:ext uri="{C183D7F6-B498-43B3-948B-1728B52AA6E4}">
                <adec:decorative xmlns:adec="http://schemas.microsoft.com/office/drawing/2017/decorative" val="1"/>
              </a:ext>
            </a:extLst>
          </p:cNvPr>
          <p:cNvSpPr/>
          <p:nvPr/>
        </p:nvSpPr>
        <p:spPr bwMode="white">
          <a:xfrm>
            <a:off x="5794248" y="6126480"/>
            <a:ext cx="6397752" cy="731520"/>
          </a:xfrm>
          <a:prstGeom prst="rect">
            <a:avLst/>
          </a:prstGeom>
          <a:solidFill>
            <a:srgbClr val="FFAC25"/>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10" name="Text Placeholder 1">
            <a:extLst>
              <a:ext uri="{FF2B5EF4-FFF2-40B4-BE49-F238E27FC236}">
                <a16:creationId xmlns:a16="http://schemas.microsoft.com/office/drawing/2014/main" id="{4EE0B529-1886-65AF-69BD-F9553F255817}"/>
              </a:ext>
            </a:extLst>
          </p:cNvPr>
          <p:cNvSpPr>
            <a:spLocks noGrp="1"/>
          </p:cNvSpPr>
          <p:nvPr>
            <p:ph type="body" sz="quarter" idx="14" hasCustomPrompt="1"/>
          </p:nvPr>
        </p:nvSpPr>
        <p:spPr>
          <a:xfrm>
            <a:off x="365124" y="365125"/>
            <a:ext cx="5431536" cy="1463040"/>
          </a:xfrm>
        </p:spPr>
        <p:txBody>
          <a:bodyPr/>
          <a:lstStyle>
            <a:lvl1pPr marL="0" indent="0">
              <a:lnSpc>
                <a:spcPct val="80000"/>
              </a:lnSpc>
              <a:spcBef>
                <a:spcPts val="0"/>
              </a:spcBef>
              <a:buFontTx/>
              <a:buNone/>
              <a:defRPr sz="12000" b="1">
                <a:solidFill>
                  <a:schemeClr val="tx1"/>
                </a:solidFill>
              </a:defRPr>
            </a:lvl1pPr>
            <a:lvl2pPr marL="0" indent="0">
              <a:lnSpc>
                <a:spcPct val="80000"/>
              </a:lnSpc>
              <a:spcBef>
                <a:spcPts val="0"/>
              </a:spcBef>
              <a:buFontTx/>
              <a:buNone/>
              <a:defRPr sz="12000" b="1">
                <a:solidFill>
                  <a:schemeClr val="tx1"/>
                </a:solidFill>
              </a:defRPr>
            </a:lvl2pPr>
            <a:lvl3pPr marL="0" indent="0">
              <a:lnSpc>
                <a:spcPct val="80000"/>
              </a:lnSpc>
              <a:spcBef>
                <a:spcPts val="0"/>
              </a:spcBef>
              <a:buFontTx/>
              <a:buNone/>
              <a:defRPr sz="12000" b="1">
                <a:solidFill>
                  <a:schemeClr val="tx1"/>
                </a:solidFill>
              </a:defRPr>
            </a:lvl3pPr>
            <a:lvl4pPr marL="0" indent="0">
              <a:lnSpc>
                <a:spcPct val="80000"/>
              </a:lnSpc>
              <a:spcBef>
                <a:spcPts val="0"/>
              </a:spcBef>
              <a:buFontTx/>
              <a:buNone/>
              <a:defRPr sz="12000" b="1">
                <a:solidFill>
                  <a:schemeClr val="tx1"/>
                </a:solidFill>
              </a:defRPr>
            </a:lvl4pPr>
            <a:lvl5pPr marL="0" indent="0">
              <a:lnSpc>
                <a:spcPct val="80000"/>
              </a:lnSpc>
              <a:spcBef>
                <a:spcPts val="0"/>
              </a:spcBef>
              <a:buFontTx/>
              <a:buNone/>
              <a:defRPr sz="12000" b="1">
                <a:solidFill>
                  <a:schemeClr val="tx1"/>
                </a:solidFill>
              </a:defRPr>
            </a:lvl5pPr>
            <a:lvl6pPr marL="0" indent="0">
              <a:lnSpc>
                <a:spcPct val="80000"/>
              </a:lnSpc>
              <a:spcBef>
                <a:spcPts val="0"/>
              </a:spcBef>
              <a:buFontTx/>
              <a:buNone/>
              <a:defRPr sz="12000" b="1">
                <a:solidFill>
                  <a:schemeClr val="tx1"/>
                </a:solidFill>
              </a:defRPr>
            </a:lvl6pPr>
            <a:lvl7pPr marL="0" indent="0">
              <a:lnSpc>
                <a:spcPct val="80000"/>
              </a:lnSpc>
              <a:spcBef>
                <a:spcPts val="0"/>
              </a:spcBef>
              <a:buFontTx/>
              <a:buNone/>
              <a:defRPr sz="12000" b="1">
                <a:solidFill>
                  <a:schemeClr val="tx1"/>
                </a:solidFill>
              </a:defRPr>
            </a:lvl7pPr>
            <a:lvl8pPr marL="0" indent="0">
              <a:lnSpc>
                <a:spcPct val="80000"/>
              </a:lnSpc>
              <a:spcBef>
                <a:spcPts val="0"/>
              </a:spcBef>
              <a:buFontTx/>
              <a:buNone/>
              <a:defRPr sz="12000" b="1">
                <a:solidFill>
                  <a:schemeClr val="tx1"/>
                </a:solidFill>
              </a:defRPr>
            </a:lvl8pPr>
            <a:lvl9pPr marL="0" indent="0">
              <a:lnSpc>
                <a:spcPct val="80000"/>
              </a:lnSpc>
              <a:spcBef>
                <a:spcPts val="0"/>
              </a:spcBef>
              <a:buFontTx/>
              <a:buNone/>
              <a:defRPr sz="12000" b="1">
                <a:solidFill>
                  <a:schemeClr val="tx1"/>
                </a:solidFill>
              </a:defRPr>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365125" y="2514600"/>
            <a:ext cx="5431536" cy="2560320"/>
          </a:xfrm>
        </p:spPr>
        <p:txBody>
          <a:bodyPr anchor="t" anchorCtr="0"/>
          <a:lstStyle>
            <a:lvl1pPr>
              <a:defRPr sz="4800" b="1" spc="0" baseline="0"/>
            </a:lvl1pPr>
          </a:lstStyle>
          <a:p>
            <a:r>
              <a:rPr lang="en-US"/>
              <a:t>[Section title]</a:t>
            </a:r>
          </a:p>
        </p:txBody>
      </p:sp>
      <p:sp>
        <p:nvSpPr>
          <p:cNvPr id="7" name="Picture Placeholder 3">
            <a:extLst>
              <a:ext uri="{FF2B5EF4-FFF2-40B4-BE49-F238E27FC236}">
                <a16:creationId xmlns:a16="http://schemas.microsoft.com/office/drawing/2014/main" id="{8A8EF682-A0F4-999D-B1E7-C1378D6468D4}"/>
              </a:ext>
            </a:extLst>
          </p:cNvPr>
          <p:cNvSpPr>
            <a:spLocks noGrp="1"/>
          </p:cNvSpPr>
          <p:nvPr>
            <p:ph type="pic" sz="quarter" idx="13"/>
          </p:nvPr>
        </p:nvSpPr>
        <p:spPr>
          <a:xfrm>
            <a:off x="6096001" y="0"/>
            <a:ext cx="6096000" cy="6857999"/>
          </a:xfrm>
          <a:solidFill>
            <a:srgbClr val="BFBFBF"/>
          </a:solidFill>
        </p:spPr>
        <p:txBody>
          <a:bodyPr anchor="ctr" anchorCtr="0">
            <a:normAutofit/>
          </a:bodyPr>
          <a:lstStyle>
            <a:lvl1pPr marL="0" indent="0" algn="ctr">
              <a:spcBef>
                <a:spcPts val="0"/>
              </a:spcBef>
              <a:buFontTx/>
              <a:buNone/>
              <a:defRPr sz="1200">
                <a:solidFill>
                  <a:srgbClr val="595454"/>
                </a:solidFill>
              </a:defRPr>
            </a:lvl1pPr>
          </a:lstStyle>
          <a:p>
            <a:r>
              <a:rPr lang="en-US"/>
              <a:t>Click icon to add picture</a:t>
            </a:r>
          </a:p>
        </p:txBody>
      </p:sp>
      <p:sp>
        <p:nvSpPr>
          <p:cNvPr id="6" name="Slide Number Placeholder 4">
            <a:extLst>
              <a:ext uri="{FF2B5EF4-FFF2-40B4-BE49-F238E27FC236}">
                <a16:creationId xmlns:a16="http://schemas.microsoft.com/office/drawing/2014/main" id="{FDB1BE67-4AA2-4F98-8F15-39B4F53A1316}"/>
              </a:ext>
            </a:extLst>
          </p:cNvPr>
          <p:cNvSpPr>
            <a:spLocks noGrp="1"/>
          </p:cNvSpPr>
          <p:nvPr>
            <p:ph type="sldNum" sz="quarter" idx="12"/>
          </p:nvPr>
        </p:nvSpPr>
        <p:spPr bwMode="gray"/>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806226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652">
          <p15:clr>
            <a:srgbClr val="FBAE40"/>
          </p15:clr>
        </p15:guide>
        <p15:guide id="3"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 Amber Photo B">
    <p:spTree>
      <p:nvGrpSpPr>
        <p:cNvPr id="1" name=""/>
        <p:cNvGrpSpPr/>
        <p:nvPr/>
      </p:nvGrpSpPr>
      <p:grpSpPr>
        <a:xfrm>
          <a:off x="0" y="0"/>
          <a:ext cx="0" cy="0"/>
          <a:chOff x="0" y="0"/>
          <a:chExt cx="0" cy="0"/>
        </a:xfrm>
      </p:grpSpPr>
      <p:sp>
        <p:nvSpPr>
          <p:cNvPr id="8" name="Cover Up">
            <a:extLst>
              <a:ext uri="{FF2B5EF4-FFF2-40B4-BE49-F238E27FC236}">
                <a16:creationId xmlns:a16="http://schemas.microsoft.com/office/drawing/2014/main" id="{C016FD64-3BFF-90B0-41D3-444EC6D5B550}"/>
              </a:ext>
              <a:ext uri="{C183D7F6-B498-43B3-948B-1728B52AA6E4}">
                <adec:decorative xmlns:adec="http://schemas.microsoft.com/office/drawing/2017/decorative" val="1"/>
              </a:ext>
            </a:extLst>
          </p:cNvPr>
          <p:cNvSpPr/>
          <p:nvPr/>
        </p:nvSpPr>
        <p:spPr bwMode="white">
          <a:xfrm>
            <a:off x="5794248" y="6126480"/>
            <a:ext cx="6397752" cy="731520"/>
          </a:xfrm>
          <a:prstGeom prst="rect">
            <a:avLst/>
          </a:prstGeom>
          <a:solidFill>
            <a:srgbClr val="FFFFFF"/>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10" name="Text Placeholder 1">
            <a:extLst>
              <a:ext uri="{FF2B5EF4-FFF2-40B4-BE49-F238E27FC236}">
                <a16:creationId xmlns:a16="http://schemas.microsoft.com/office/drawing/2014/main" id="{4EE0B529-1886-65AF-69BD-F9553F255817}"/>
              </a:ext>
            </a:extLst>
          </p:cNvPr>
          <p:cNvSpPr>
            <a:spLocks noGrp="1"/>
          </p:cNvSpPr>
          <p:nvPr>
            <p:ph type="body" sz="quarter" idx="14" hasCustomPrompt="1"/>
          </p:nvPr>
        </p:nvSpPr>
        <p:spPr>
          <a:xfrm>
            <a:off x="365124" y="365125"/>
            <a:ext cx="5431536" cy="1463040"/>
          </a:xfrm>
        </p:spPr>
        <p:txBody>
          <a:bodyPr/>
          <a:lstStyle>
            <a:lvl1pPr marL="0" indent="0">
              <a:lnSpc>
                <a:spcPct val="80000"/>
              </a:lnSpc>
              <a:spcBef>
                <a:spcPts val="0"/>
              </a:spcBef>
              <a:buFontTx/>
              <a:buNone/>
              <a:defRPr sz="12000" b="1">
                <a:solidFill>
                  <a:srgbClr val="C37900"/>
                </a:solidFill>
              </a:defRPr>
            </a:lvl1pPr>
            <a:lvl2pPr marL="0" indent="0">
              <a:lnSpc>
                <a:spcPct val="80000"/>
              </a:lnSpc>
              <a:spcBef>
                <a:spcPts val="0"/>
              </a:spcBef>
              <a:buFontTx/>
              <a:buNone/>
              <a:defRPr sz="12000" b="1">
                <a:solidFill>
                  <a:srgbClr val="C37900"/>
                </a:solidFill>
              </a:defRPr>
            </a:lvl2pPr>
            <a:lvl3pPr marL="0" indent="0">
              <a:lnSpc>
                <a:spcPct val="80000"/>
              </a:lnSpc>
              <a:spcBef>
                <a:spcPts val="0"/>
              </a:spcBef>
              <a:buFontTx/>
              <a:buNone/>
              <a:defRPr sz="12000" b="1">
                <a:solidFill>
                  <a:srgbClr val="C37900"/>
                </a:solidFill>
              </a:defRPr>
            </a:lvl3pPr>
            <a:lvl4pPr marL="0" indent="0">
              <a:lnSpc>
                <a:spcPct val="80000"/>
              </a:lnSpc>
              <a:spcBef>
                <a:spcPts val="0"/>
              </a:spcBef>
              <a:buFontTx/>
              <a:buNone/>
              <a:defRPr sz="12000" b="1">
                <a:solidFill>
                  <a:srgbClr val="C37900"/>
                </a:solidFill>
              </a:defRPr>
            </a:lvl4pPr>
            <a:lvl5pPr marL="0" indent="0">
              <a:lnSpc>
                <a:spcPct val="80000"/>
              </a:lnSpc>
              <a:spcBef>
                <a:spcPts val="0"/>
              </a:spcBef>
              <a:buFontTx/>
              <a:buNone/>
              <a:defRPr sz="12000" b="1">
                <a:solidFill>
                  <a:srgbClr val="C37900"/>
                </a:solidFill>
              </a:defRPr>
            </a:lvl5pPr>
            <a:lvl6pPr marL="0" indent="0">
              <a:lnSpc>
                <a:spcPct val="80000"/>
              </a:lnSpc>
              <a:spcBef>
                <a:spcPts val="0"/>
              </a:spcBef>
              <a:buFontTx/>
              <a:buNone/>
              <a:defRPr sz="12000" b="1">
                <a:solidFill>
                  <a:srgbClr val="C37900"/>
                </a:solidFill>
              </a:defRPr>
            </a:lvl6pPr>
            <a:lvl7pPr marL="0" indent="0">
              <a:lnSpc>
                <a:spcPct val="80000"/>
              </a:lnSpc>
              <a:spcBef>
                <a:spcPts val="0"/>
              </a:spcBef>
              <a:buFontTx/>
              <a:buNone/>
              <a:defRPr sz="12000" b="1">
                <a:solidFill>
                  <a:srgbClr val="C37900"/>
                </a:solidFill>
              </a:defRPr>
            </a:lvl7pPr>
            <a:lvl8pPr marL="0" indent="0">
              <a:lnSpc>
                <a:spcPct val="80000"/>
              </a:lnSpc>
              <a:spcBef>
                <a:spcPts val="0"/>
              </a:spcBef>
              <a:buFontTx/>
              <a:buNone/>
              <a:defRPr sz="12000" b="1">
                <a:solidFill>
                  <a:srgbClr val="C37900"/>
                </a:solidFill>
              </a:defRPr>
            </a:lvl8pPr>
            <a:lvl9pPr marL="0" indent="0">
              <a:lnSpc>
                <a:spcPct val="80000"/>
              </a:lnSpc>
              <a:spcBef>
                <a:spcPts val="0"/>
              </a:spcBef>
              <a:buFontTx/>
              <a:buNone/>
              <a:defRPr sz="12000" b="1">
                <a:solidFill>
                  <a:srgbClr val="C37900"/>
                </a:solidFill>
              </a:defRPr>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365125" y="2514600"/>
            <a:ext cx="5431536" cy="2560320"/>
          </a:xfrm>
        </p:spPr>
        <p:txBody>
          <a:bodyPr anchor="t" anchorCtr="0"/>
          <a:lstStyle>
            <a:lvl1pPr>
              <a:defRPr sz="4800" b="1" spc="0" baseline="0"/>
            </a:lvl1pPr>
          </a:lstStyle>
          <a:p>
            <a:r>
              <a:rPr lang="en-US"/>
              <a:t>[Section title]</a:t>
            </a:r>
          </a:p>
        </p:txBody>
      </p:sp>
      <p:sp>
        <p:nvSpPr>
          <p:cNvPr id="7" name="Picture Placeholder 3">
            <a:extLst>
              <a:ext uri="{FF2B5EF4-FFF2-40B4-BE49-F238E27FC236}">
                <a16:creationId xmlns:a16="http://schemas.microsoft.com/office/drawing/2014/main" id="{8A8EF682-A0F4-999D-B1E7-C1378D6468D4}"/>
              </a:ext>
            </a:extLst>
          </p:cNvPr>
          <p:cNvSpPr>
            <a:spLocks noGrp="1"/>
          </p:cNvSpPr>
          <p:nvPr>
            <p:ph type="pic" sz="quarter" idx="13"/>
          </p:nvPr>
        </p:nvSpPr>
        <p:spPr>
          <a:xfrm>
            <a:off x="6096001" y="0"/>
            <a:ext cx="6096000" cy="6857999"/>
          </a:xfrm>
          <a:solidFill>
            <a:srgbClr val="F2F2F2"/>
          </a:solidFill>
        </p:spPr>
        <p:txBody>
          <a:bodyPr anchor="ctr" anchorCtr="0">
            <a:normAutofit/>
          </a:bodyPr>
          <a:lstStyle>
            <a:lvl1pPr marL="0" indent="0" algn="ctr">
              <a:spcBef>
                <a:spcPts val="0"/>
              </a:spcBef>
              <a:buFontTx/>
              <a:buNone/>
              <a:defRPr sz="1200">
                <a:solidFill>
                  <a:srgbClr val="595454"/>
                </a:solidFill>
              </a:defRPr>
            </a:lvl1pPr>
          </a:lstStyle>
          <a:p>
            <a:r>
              <a:rPr lang="en-US"/>
              <a:t>Click icon to add picture</a:t>
            </a:r>
          </a:p>
        </p:txBody>
      </p:sp>
      <p:sp>
        <p:nvSpPr>
          <p:cNvPr id="6" name="Slide Number Placeholder 4">
            <a:extLst>
              <a:ext uri="{FF2B5EF4-FFF2-40B4-BE49-F238E27FC236}">
                <a16:creationId xmlns:a16="http://schemas.microsoft.com/office/drawing/2014/main" id="{FDB1BE67-4AA2-4F98-8F15-39B4F53A1316}"/>
              </a:ext>
            </a:extLst>
          </p:cNvPr>
          <p:cNvSpPr>
            <a:spLocks noGrp="1"/>
          </p:cNvSpPr>
          <p:nvPr>
            <p:ph type="sldNum" sz="quarter" idx="12"/>
          </p:nvPr>
        </p:nvSpPr>
        <p:spPr bwMode="gray"/>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1203884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652">
          <p15:clr>
            <a:srgbClr val="FBAE40"/>
          </p15:clr>
        </p15:guide>
        <p15:guide id="3"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 Peach">
    <p:bg>
      <p:bgPr>
        <a:solidFill>
          <a:srgbClr val="DF603A"/>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365125" y="1554480"/>
            <a:ext cx="7540371" cy="2743200"/>
          </a:xfrm>
        </p:spPr>
        <p:txBody>
          <a:bodyPr anchor="t" anchorCtr="0"/>
          <a:lstStyle>
            <a:lvl1pPr>
              <a:defRPr sz="6000" b="1" spc="0" baseline="0"/>
            </a:lvl1pPr>
          </a:lstStyle>
          <a:p>
            <a:r>
              <a:rPr lang="en-US"/>
              <a:t>[Section title]</a:t>
            </a:r>
          </a:p>
        </p:txBody>
      </p:sp>
      <p:pic>
        <p:nvPicPr>
          <p:cNvPr id="4" name="Bristol Myers Squibb" descr="Bristol Myers Squibb">
            <a:extLst>
              <a:ext uri="{FF2B5EF4-FFF2-40B4-BE49-F238E27FC236}">
                <a16:creationId xmlns:a16="http://schemas.microsoft.com/office/drawing/2014/main" id="{DE6D185C-2B14-62EE-FBB7-5CA11B32E7E3}"/>
              </a:ext>
            </a:extLst>
          </p:cNvPr>
          <p:cNvPicPr>
            <a:picLocks noChangeAspect="1"/>
          </p:cNvPicPr>
          <p:nvPr/>
        </p:nvPicPr>
        <p:blipFill>
          <a:blip r:embed="rId2"/>
          <a:stretch>
            <a:fillRect/>
          </a:stretch>
        </p:blipFill>
        <p:spPr bwMode="black">
          <a:xfrm>
            <a:off x="258318" y="6355080"/>
            <a:ext cx="1627632" cy="410821"/>
          </a:xfrm>
          <a:prstGeom prst="rect">
            <a:avLst/>
          </a:prstGeom>
          <a:noFill/>
        </p:spPr>
      </p:pic>
      <p:sp>
        <p:nvSpPr>
          <p:cNvPr id="6" name="Slide Number Placeholder 3">
            <a:extLst>
              <a:ext uri="{FF2B5EF4-FFF2-40B4-BE49-F238E27FC236}">
                <a16:creationId xmlns:a16="http://schemas.microsoft.com/office/drawing/2014/main" id="{FDB1BE67-4AA2-4F98-8F15-39B4F53A1316}"/>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41290804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 Peach Photo A">
    <p:bg>
      <p:bgPr>
        <a:solidFill>
          <a:srgbClr val="DF603A"/>
        </a:solidFill>
        <a:effectLst/>
      </p:bgPr>
    </p:bg>
    <p:spTree>
      <p:nvGrpSpPr>
        <p:cNvPr id="1" name=""/>
        <p:cNvGrpSpPr/>
        <p:nvPr/>
      </p:nvGrpSpPr>
      <p:grpSpPr>
        <a:xfrm>
          <a:off x="0" y="0"/>
          <a:ext cx="0" cy="0"/>
          <a:chOff x="0" y="0"/>
          <a:chExt cx="0" cy="0"/>
        </a:xfrm>
      </p:grpSpPr>
      <p:sp>
        <p:nvSpPr>
          <p:cNvPr id="8" name="Cover Up">
            <a:extLst>
              <a:ext uri="{FF2B5EF4-FFF2-40B4-BE49-F238E27FC236}">
                <a16:creationId xmlns:a16="http://schemas.microsoft.com/office/drawing/2014/main" id="{C016FD64-3BFF-90B0-41D3-444EC6D5B550}"/>
              </a:ext>
              <a:ext uri="{C183D7F6-B498-43B3-948B-1728B52AA6E4}">
                <adec:decorative xmlns:adec="http://schemas.microsoft.com/office/drawing/2017/decorative" val="1"/>
              </a:ext>
            </a:extLst>
          </p:cNvPr>
          <p:cNvSpPr/>
          <p:nvPr/>
        </p:nvSpPr>
        <p:spPr bwMode="white">
          <a:xfrm>
            <a:off x="5794248" y="6126480"/>
            <a:ext cx="6397752" cy="731520"/>
          </a:xfrm>
          <a:prstGeom prst="rect">
            <a:avLst/>
          </a:prstGeom>
          <a:solidFill>
            <a:srgbClr val="DF603A"/>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10" name="Text Placeholder 1">
            <a:extLst>
              <a:ext uri="{FF2B5EF4-FFF2-40B4-BE49-F238E27FC236}">
                <a16:creationId xmlns:a16="http://schemas.microsoft.com/office/drawing/2014/main" id="{4EE0B529-1886-65AF-69BD-F9553F255817}"/>
              </a:ext>
            </a:extLst>
          </p:cNvPr>
          <p:cNvSpPr>
            <a:spLocks noGrp="1"/>
          </p:cNvSpPr>
          <p:nvPr>
            <p:ph type="body" sz="quarter" idx="14" hasCustomPrompt="1"/>
          </p:nvPr>
        </p:nvSpPr>
        <p:spPr>
          <a:xfrm>
            <a:off x="365124" y="365125"/>
            <a:ext cx="5431536" cy="1463040"/>
          </a:xfrm>
        </p:spPr>
        <p:txBody>
          <a:bodyPr/>
          <a:lstStyle>
            <a:lvl1pPr marL="0" indent="0">
              <a:lnSpc>
                <a:spcPct val="80000"/>
              </a:lnSpc>
              <a:spcBef>
                <a:spcPts val="0"/>
              </a:spcBef>
              <a:buFontTx/>
              <a:buNone/>
              <a:defRPr sz="12000" b="1">
                <a:solidFill>
                  <a:schemeClr val="tx1"/>
                </a:solidFill>
              </a:defRPr>
            </a:lvl1pPr>
            <a:lvl2pPr marL="0" indent="0">
              <a:lnSpc>
                <a:spcPct val="80000"/>
              </a:lnSpc>
              <a:spcBef>
                <a:spcPts val="0"/>
              </a:spcBef>
              <a:buFontTx/>
              <a:buNone/>
              <a:defRPr sz="12000" b="1">
                <a:solidFill>
                  <a:schemeClr val="tx1"/>
                </a:solidFill>
              </a:defRPr>
            </a:lvl2pPr>
            <a:lvl3pPr marL="0" indent="0">
              <a:lnSpc>
                <a:spcPct val="80000"/>
              </a:lnSpc>
              <a:spcBef>
                <a:spcPts val="0"/>
              </a:spcBef>
              <a:buFontTx/>
              <a:buNone/>
              <a:defRPr sz="12000" b="1">
                <a:solidFill>
                  <a:schemeClr val="tx1"/>
                </a:solidFill>
              </a:defRPr>
            </a:lvl3pPr>
            <a:lvl4pPr marL="0" indent="0">
              <a:lnSpc>
                <a:spcPct val="80000"/>
              </a:lnSpc>
              <a:spcBef>
                <a:spcPts val="0"/>
              </a:spcBef>
              <a:buFontTx/>
              <a:buNone/>
              <a:defRPr sz="12000" b="1">
                <a:solidFill>
                  <a:schemeClr val="tx1"/>
                </a:solidFill>
              </a:defRPr>
            </a:lvl4pPr>
            <a:lvl5pPr marL="0" indent="0">
              <a:lnSpc>
                <a:spcPct val="80000"/>
              </a:lnSpc>
              <a:spcBef>
                <a:spcPts val="0"/>
              </a:spcBef>
              <a:buFontTx/>
              <a:buNone/>
              <a:defRPr sz="12000" b="1">
                <a:solidFill>
                  <a:schemeClr val="tx1"/>
                </a:solidFill>
              </a:defRPr>
            </a:lvl5pPr>
            <a:lvl6pPr marL="0" indent="0">
              <a:lnSpc>
                <a:spcPct val="80000"/>
              </a:lnSpc>
              <a:spcBef>
                <a:spcPts val="0"/>
              </a:spcBef>
              <a:buFontTx/>
              <a:buNone/>
              <a:defRPr sz="12000" b="1">
                <a:solidFill>
                  <a:schemeClr val="tx1"/>
                </a:solidFill>
              </a:defRPr>
            </a:lvl6pPr>
            <a:lvl7pPr marL="0" indent="0">
              <a:lnSpc>
                <a:spcPct val="80000"/>
              </a:lnSpc>
              <a:spcBef>
                <a:spcPts val="0"/>
              </a:spcBef>
              <a:buFontTx/>
              <a:buNone/>
              <a:defRPr sz="12000" b="1">
                <a:solidFill>
                  <a:schemeClr val="tx1"/>
                </a:solidFill>
              </a:defRPr>
            </a:lvl7pPr>
            <a:lvl8pPr marL="0" indent="0">
              <a:lnSpc>
                <a:spcPct val="80000"/>
              </a:lnSpc>
              <a:spcBef>
                <a:spcPts val="0"/>
              </a:spcBef>
              <a:buFontTx/>
              <a:buNone/>
              <a:defRPr sz="12000" b="1">
                <a:solidFill>
                  <a:schemeClr val="tx1"/>
                </a:solidFill>
              </a:defRPr>
            </a:lvl8pPr>
            <a:lvl9pPr marL="0" indent="0">
              <a:lnSpc>
                <a:spcPct val="80000"/>
              </a:lnSpc>
              <a:spcBef>
                <a:spcPts val="0"/>
              </a:spcBef>
              <a:buFontTx/>
              <a:buNone/>
              <a:defRPr sz="12000" b="1">
                <a:solidFill>
                  <a:schemeClr val="tx1"/>
                </a:solidFill>
              </a:defRPr>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365125" y="2514600"/>
            <a:ext cx="5431536" cy="2560320"/>
          </a:xfrm>
        </p:spPr>
        <p:txBody>
          <a:bodyPr anchor="t" anchorCtr="0"/>
          <a:lstStyle>
            <a:lvl1pPr>
              <a:defRPr sz="4800" b="1" spc="0" baseline="0"/>
            </a:lvl1pPr>
          </a:lstStyle>
          <a:p>
            <a:r>
              <a:rPr lang="en-US"/>
              <a:t>[Section title]</a:t>
            </a:r>
          </a:p>
        </p:txBody>
      </p:sp>
      <p:sp>
        <p:nvSpPr>
          <p:cNvPr id="7" name="Picture Placeholder 3">
            <a:extLst>
              <a:ext uri="{FF2B5EF4-FFF2-40B4-BE49-F238E27FC236}">
                <a16:creationId xmlns:a16="http://schemas.microsoft.com/office/drawing/2014/main" id="{8A8EF682-A0F4-999D-B1E7-C1378D6468D4}"/>
              </a:ext>
            </a:extLst>
          </p:cNvPr>
          <p:cNvSpPr>
            <a:spLocks noGrp="1"/>
          </p:cNvSpPr>
          <p:nvPr>
            <p:ph type="pic" sz="quarter" idx="13"/>
          </p:nvPr>
        </p:nvSpPr>
        <p:spPr>
          <a:xfrm>
            <a:off x="6096001" y="0"/>
            <a:ext cx="6096000" cy="6857999"/>
          </a:xfrm>
          <a:solidFill>
            <a:srgbClr val="BFBFBF"/>
          </a:solidFill>
        </p:spPr>
        <p:txBody>
          <a:bodyPr anchor="ctr" anchorCtr="0">
            <a:normAutofit/>
          </a:bodyPr>
          <a:lstStyle>
            <a:lvl1pPr marL="0" indent="0" algn="ctr">
              <a:spcBef>
                <a:spcPts val="0"/>
              </a:spcBef>
              <a:buFontTx/>
              <a:buNone/>
              <a:defRPr sz="1200">
                <a:solidFill>
                  <a:srgbClr val="595454"/>
                </a:solidFill>
              </a:defRPr>
            </a:lvl1pPr>
          </a:lstStyle>
          <a:p>
            <a:r>
              <a:rPr lang="en-US"/>
              <a:t>Click icon to add picture</a:t>
            </a:r>
          </a:p>
        </p:txBody>
      </p:sp>
      <p:pic>
        <p:nvPicPr>
          <p:cNvPr id="3" name="Bristol Myers Squibb" descr="Bristol Myers Squibb">
            <a:extLst>
              <a:ext uri="{FF2B5EF4-FFF2-40B4-BE49-F238E27FC236}">
                <a16:creationId xmlns:a16="http://schemas.microsoft.com/office/drawing/2014/main" id="{CCAAFA90-A4D1-316B-8C52-A73E9F52FE44}"/>
              </a:ext>
            </a:extLst>
          </p:cNvPr>
          <p:cNvPicPr>
            <a:picLocks noChangeAspect="1"/>
          </p:cNvPicPr>
          <p:nvPr/>
        </p:nvPicPr>
        <p:blipFill>
          <a:blip r:embed="rId2"/>
          <a:stretch>
            <a:fillRect/>
          </a:stretch>
        </p:blipFill>
        <p:spPr bwMode="black">
          <a:xfrm>
            <a:off x="258318" y="6355080"/>
            <a:ext cx="1627632" cy="410821"/>
          </a:xfrm>
          <a:prstGeom prst="rect">
            <a:avLst/>
          </a:prstGeom>
          <a:noFill/>
        </p:spPr>
      </p:pic>
      <p:sp>
        <p:nvSpPr>
          <p:cNvPr id="6" name="Slide Number Placeholder 4">
            <a:extLst>
              <a:ext uri="{FF2B5EF4-FFF2-40B4-BE49-F238E27FC236}">
                <a16:creationId xmlns:a16="http://schemas.microsoft.com/office/drawing/2014/main" id="{FDB1BE67-4AA2-4F98-8F15-39B4F53A1316}"/>
              </a:ext>
            </a:extLst>
          </p:cNvPr>
          <p:cNvSpPr>
            <a:spLocks noGrp="1"/>
          </p:cNvSpPr>
          <p:nvPr>
            <p:ph type="sldNum" sz="quarter" idx="12"/>
          </p:nvPr>
        </p:nvSpPr>
        <p:spPr bwMode="gray"/>
        <p:txBody>
          <a:bodyPr/>
          <a:lstStyle>
            <a:lvl1pPr>
              <a:defRPr>
                <a:solidFill>
                  <a:schemeClr val="bg1"/>
                </a:solidFill>
              </a:defRPr>
            </a:lvl1pPr>
          </a:lstStyle>
          <a:p>
            <a:fld id="{FC8AEAA6-477F-478D-8487-87ED88CBDFAC}" type="slidenum">
              <a:rPr lang="en-US" smtClean="0"/>
              <a:t>‹#›</a:t>
            </a:fld>
            <a:endParaRPr lang="en-US"/>
          </a:p>
        </p:txBody>
      </p:sp>
    </p:spTree>
    <p:extLst>
      <p:ext uri="{BB962C8B-B14F-4D97-AF65-F5344CB8AC3E}">
        <p14:creationId xmlns:p14="http://schemas.microsoft.com/office/powerpoint/2010/main" val="38607637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652">
          <p15:clr>
            <a:srgbClr val="FBAE40"/>
          </p15:clr>
        </p15:guide>
        <p15:guide id="3"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 Peach Photo B">
    <p:spTree>
      <p:nvGrpSpPr>
        <p:cNvPr id="1" name=""/>
        <p:cNvGrpSpPr/>
        <p:nvPr/>
      </p:nvGrpSpPr>
      <p:grpSpPr>
        <a:xfrm>
          <a:off x="0" y="0"/>
          <a:ext cx="0" cy="0"/>
          <a:chOff x="0" y="0"/>
          <a:chExt cx="0" cy="0"/>
        </a:xfrm>
      </p:grpSpPr>
      <p:sp>
        <p:nvSpPr>
          <p:cNvPr id="8" name="Cover Up">
            <a:extLst>
              <a:ext uri="{FF2B5EF4-FFF2-40B4-BE49-F238E27FC236}">
                <a16:creationId xmlns:a16="http://schemas.microsoft.com/office/drawing/2014/main" id="{C016FD64-3BFF-90B0-41D3-444EC6D5B550}"/>
              </a:ext>
              <a:ext uri="{C183D7F6-B498-43B3-948B-1728B52AA6E4}">
                <adec:decorative xmlns:adec="http://schemas.microsoft.com/office/drawing/2017/decorative" val="1"/>
              </a:ext>
            </a:extLst>
          </p:cNvPr>
          <p:cNvSpPr/>
          <p:nvPr/>
        </p:nvSpPr>
        <p:spPr bwMode="white">
          <a:xfrm>
            <a:off x="5794248" y="6126480"/>
            <a:ext cx="6397752" cy="731520"/>
          </a:xfrm>
          <a:prstGeom prst="rect">
            <a:avLst/>
          </a:prstGeom>
          <a:solidFill>
            <a:srgbClr val="FFFFFF"/>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10" name="Text Placeholder 1">
            <a:extLst>
              <a:ext uri="{FF2B5EF4-FFF2-40B4-BE49-F238E27FC236}">
                <a16:creationId xmlns:a16="http://schemas.microsoft.com/office/drawing/2014/main" id="{4EE0B529-1886-65AF-69BD-F9553F255817}"/>
              </a:ext>
            </a:extLst>
          </p:cNvPr>
          <p:cNvSpPr>
            <a:spLocks noGrp="1"/>
          </p:cNvSpPr>
          <p:nvPr>
            <p:ph type="body" sz="quarter" idx="14" hasCustomPrompt="1"/>
          </p:nvPr>
        </p:nvSpPr>
        <p:spPr>
          <a:xfrm>
            <a:off x="365124" y="365125"/>
            <a:ext cx="5431536" cy="1463040"/>
          </a:xfrm>
        </p:spPr>
        <p:txBody>
          <a:bodyPr/>
          <a:lstStyle>
            <a:lvl1pPr marL="0" indent="0">
              <a:lnSpc>
                <a:spcPct val="80000"/>
              </a:lnSpc>
              <a:spcBef>
                <a:spcPts val="0"/>
              </a:spcBef>
              <a:buFontTx/>
              <a:buNone/>
              <a:defRPr sz="12000" b="1">
                <a:solidFill>
                  <a:srgbClr val="DF603A"/>
                </a:solidFill>
              </a:defRPr>
            </a:lvl1pPr>
            <a:lvl2pPr marL="0" indent="0">
              <a:lnSpc>
                <a:spcPct val="80000"/>
              </a:lnSpc>
              <a:spcBef>
                <a:spcPts val="0"/>
              </a:spcBef>
              <a:buFontTx/>
              <a:buNone/>
              <a:defRPr sz="12000" b="1">
                <a:solidFill>
                  <a:srgbClr val="DF603A"/>
                </a:solidFill>
              </a:defRPr>
            </a:lvl2pPr>
            <a:lvl3pPr marL="0" indent="0">
              <a:lnSpc>
                <a:spcPct val="80000"/>
              </a:lnSpc>
              <a:spcBef>
                <a:spcPts val="0"/>
              </a:spcBef>
              <a:buFontTx/>
              <a:buNone/>
              <a:defRPr sz="12000" b="1">
                <a:solidFill>
                  <a:srgbClr val="DF603A"/>
                </a:solidFill>
              </a:defRPr>
            </a:lvl3pPr>
            <a:lvl4pPr marL="0" indent="0">
              <a:lnSpc>
                <a:spcPct val="80000"/>
              </a:lnSpc>
              <a:spcBef>
                <a:spcPts val="0"/>
              </a:spcBef>
              <a:buFontTx/>
              <a:buNone/>
              <a:defRPr sz="12000" b="1">
                <a:solidFill>
                  <a:srgbClr val="DF603A"/>
                </a:solidFill>
              </a:defRPr>
            </a:lvl4pPr>
            <a:lvl5pPr marL="0" indent="0">
              <a:lnSpc>
                <a:spcPct val="80000"/>
              </a:lnSpc>
              <a:spcBef>
                <a:spcPts val="0"/>
              </a:spcBef>
              <a:buFontTx/>
              <a:buNone/>
              <a:defRPr sz="12000" b="1">
                <a:solidFill>
                  <a:srgbClr val="DF603A"/>
                </a:solidFill>
              </a:defRPr>
            </a:lvl5pPr>
            <a:lvl6pPr marL="0" indent="0">
              <a:lnSpc>
                <a:spcPct val="80000"/>
              </a:lnSpc>
              <a:spcBef>
                <a:spcPts val="0"/>
              </a:spcBef>
              <a:buFontTx/>
              <a:buNone/>
              <a:defRPr sz="12000" b="1">
                <a:solidFill>
                  <a:srgbClr val="DF603A"/>
                </a:solidFill>
              </a:defRPr>
            </a:lvl6pPr>
            <a:lvl7pPr marL="0" indent="0">
              <a:lnSpc>
                <a:spcPct val="80000"/>
              </a:lnSpc>
              <a:spcBef>
                <a:spcPts val="0"/>
              </a:spcBef>
              <a:buFontTx/>
              <a:buNone/>
              <a:defRPr sz="12000" b="1">
                <a:solidFill>
                  <a:srgbClr val="DF603A"/>
                </a:solidFill>
              </a:defRPr>
            </a:lvl7pPr>
            <a:lvl8pPr marL="0" indent="0">
              <a:lnSpc>
                <a:spcPct val="80000"/>
              </a:lnSpc>
              <a:spcBef>
                <a:spcPts val="0"/>
              </a:spcBef>
              <a:buFontTx/>
              <a:buNone/>
              <a:defRPr sz="12000" b="1">
                <a:solidFill>
                  <a:srgbClr val="DF603A"/>
                </a:solidFill>
              </a:defRPr>
            </a:lvl8pPr>
            <a:lvl9pPr marL="0" indent="0">
              <a:lnSpc>
                <a:spcPct val="80000"/>
              </a:lnSpc>
              <a:spcBef>
                <a:spcPts val="0"/>
              </a:spcBef>
              <a:buFontTx/>
              <a:buNone/>
              <a:defRPr sz="12000" b="1">
                <a:solidFill>
                  <a:srgbClr val="DF603A"/>
                </a:solidFill>
              </a:defRPr>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365125" y="2514600"/>
            <a:ext cx="5431536" cy="2560320"/>
          </a:xfrm>
        </p:spPr>
        <p:txBody>
          <a:bodyPr anchor="t" anchorCtr="0"/>
          <a:lstStyle>
            <a:lvl1pPr>
              <a:defRPr sz="4800" b="1" spc="0" baseline="0"/>
            </a:lvl1pPr>
          </a:lstStyle>
          <a:p>
            <a:r>
              <a:rPr lang="en-US"/>
              <a:t>[Section title]</a:t>
            </a:r>
          </a:p>
        </p:txBody>
      </p:sp>
      <p:sp>
        <p:nvSpPr>
          <p:cNvPr id="7" name="Picture Placeholder 3">
            <a:extLst>
              <a:ext uri="{FF2B5EF4-FFF2-40B4-BE49-F238E27FC236}">
                <a16:creationId xmlns:a16="http://schemas.microsoft.com/office/drawing/2014/main" id="{8A8EF682-A0F4-999D-B1E7-C1378D6468D4}"/>
              </a:ext>
            </a:extLst>
          </p:cNvPr>
          <p:cNvSpPr>
            <a:spLocks noGrp="1"/>
          </p:cNvSpPr>
          <p:nvPr>
            <p:ph type="pic" sz="quarter" idx="13"/>
          </p:nvPr>
        </p:nvSpPr>
        <p:spPr>
          <a:xfrm>
            <a:off x="6096001" y="0"/>
            <a:ext cx="6096000" cy="6857999"/>
          </a:xfrm>
          <a:solidFill>
            <a:srgbClr val="F2F2F2"/>
          </a:solidFill>
        </p:spPr>
        <p:txBody>
          <a:bodyPr anchor="ctr" anchorCtr="0">
            <a:normAutofit/>
          </a:bodyPr>
          <a:lstStyle>
            <a:lvl1pPr marL="0" indent="0" algn="ctr">
              <a:spcBef>
                <a:spcPts val="0"/>
              </a:spcBef>
              <a:buFontTx/>
              <a:buNone/>
              <a:defRPr sz="1200">
                <a:solidFill>
                  <a:srgbClr val="595454"/>
                </a:solidFill>
              </a:defRPr>
            </a:lvl1pPr>
          </a:lstStyle>
          <a:p>
            <a:r>
              <a:rPr lang="en-US"/>
              <a:t>Click icon to add picture</a:t>
            </a:r>
          </a:p>
        </p:txBody>
      </p:sp>
      <p:sp>
        <p:nvSpPr>
          <p:cNvPr id="6" name="Slide Number Placeholder 4">
            <a:extLst>
              <a:ext uri="{FF2B5EF4-FFF2-40B4-BE49-F238E27FC236}">
                <a16:creationId xmlns:a16="http://schemas.microsoft.com/office/drawing/2014/main" id="{FDB1BE67-4AA2-4F98-8F15-39B4F53A1316}"/>
              </a:ext>
            </a:extLst>
          </p:cNvPr>
          <p:cNvSpPr>
            <a:spLocks noGrp="1"/>
          </p:cNvSpPr>
          <p:nvPr>
            <p:ph type="sldNum" sz="quarter" idx="12"/>
          </p:nvPr>
        </p:nvSpPr>
        <p:spPr bwMode="gray"/>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796892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652">
          <p15:clr>
            <a:srgbClr val="FBAE40"/>
          </p15:clr>
        </p15:guide>
        <p15:guide id="3"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 Sienna">
    <p:bg>
      <p:bgPr>
        <a:solidFill>
          <a:srgbClr val="772A28"/>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365125" y="1554480"/>
            <a:ext cx="7540371" cy="2743200"/>
          </a:xfrm>
        </p:spPr>
        <p:txBody>
          <a:bodyPr anchor="t" anchorCtr="0"/>
          <a:lstStyle>
            <a:lvl1pPr>
              <a:defRPr sz="6000" b="1" spc="0" baseline="0"/>
            </a:lvl1pPr>
          </a:lstStyle>
          <a:p>
            <a:r>
              <a:rPr lang="en-US"/>
              <a:t>[Section title]</a:t>
            </a:r>
          </a:p>
        </p:txBody>
      </p:sp>
      <p:pic>
        <p:nvPicPr>
          <p:cNvPr id="3" name="Bristol Myers Squibb" descr="Bristol Myers Squibb">
            <a:extLst>
              <a:ext uri="{FF2B5EF4-FFF2-40B4-BE49-F238E27FC236}">
                <a16:creationId xmlns:a16="http://schemas.microsoft.com/office/drawing/2014/main" id="{1C34C43D-8EE0-FE6E-81C6-3B35111D2A1B}"/>
              </a:ext>
            </a:extLst>
          </p:cNvPr>
          <p:cNvPicPr>
            <a:picLocks noChangeAspect="1"/>
          </p:cNvPicPr>
          <p:nvPr/>
        </p:nvPicPr>
        <p:blipFill>
          <a:blip r:embed="rId2"/>
          <a:stretch>
            <a:fillRect/>
          </a:stretch>
        </p:blipFill>
        <p:spPr bwMode="black">
          <a:xfrm>
            <a:off x="258318" y="6355080"/>
            <a:ext cx="1627632" cy="410821"/>
          </a:xfrm>
          <a:prstGeom prst="rect">
            <a:avLst/>
          </a:prstGeom>
          <a:noFill/>
        </p:spPr>
      </p:pic>
      <p:sp>
        <p:nvSpPr>
          <p:cNvPr id="6" name="Slide Number Placeholder 3">
            <a:extLst>
              <a:ext uri="{FF2B5EF4-FFF2-40B4-BE49-F238E27FC236}">
                <a16:creationId xmlns:a16="http://schemas.microsoft.com/office/drawing/2014/main" id="{FDB1BE67-4AA2-4F98-8F15-39B4F53A1316}"/>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40387422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 Sienna Photo A">
    <p:bg>
      <p:bgPr>
        <a:solidFill>
          <a:srgbClr val="772A28"/>
        </a:solidFill>
        <a:effectLst/>
      </p:bgPr>
    </p:bg>
    <p:spTree>
      <p:nvGrpSpPr>
        <p:cNvPr id="1" name=""/>
        <p:cNvGrpSpPr/>
        <p:nvPr/>
      </p:nvGrpSpPr>
      <p:grpSpPr>
        <a:xfrm>
          <a:off x="0" y="0"/>
          <a:ext cx="0" cy="0"/>
          <a:chOff x="0" y="0"/>
          <a:chExt cx="0" cy="0"/>
        </a:xfrm>
      </p:grpSpPr>
      <p:sp>
        <p:nvSpPr>
          <p:cNvPr id="8" name="Cover Up">
            <a:extLst>
              <a:ext uri="{FF2B5EF4-FFF2-40B4-BE49-F238E27FC236}">
                <a16:creationId xmlns:a16="http://schemas.microsoft.com/office/drawing/2014/main" id="{C016FD64-3BFF-90B0-41D3-444EC6D5B550}"/>
              </a:ext>
              <a:ext uri="{C183D7F6-B498-43B3-948B-1728B52AA6E4}">
                <adec:decorative xmlns:adec="http://schemas.microsoft.com/office/drawing/2017/decorative" val="1"/>
              </a:ext>
            </a:extLst>
          </p:cNvPr>
          <p:cNvSpPr/>
          <p:nvPr/>
        </p:nvSpPr>
        <p:spPr bwMode="white">
          <a:xfrm>
            <a:off x="5794248" y="6126480"/>
            <a:ext cx="6397752" cy="731520"/>
          </a:xfrm>
          <a:prstGeom prst="rect">
            <a:avLst/>
          </a:prstGeom>
          <a:solidFill>
            <a:srgbClr val="772A28"/>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10" name="Text Placeholder 1">
            <a:extLst>
              <a:ext uri="{FF2B5EF4-FFF2-40B4-BE49-F238E27FC236}">
                <a16:creationId xmlns:a16="http://schemas.microsoft.com/office/drawing/2014/main" id="{4EE0B529-1886-65AF-69BD-F9553F255817}"/>
              </a:ext>
            </a:extLst>
          </p:cNvPr>
          <p:cNvSpPr>
            <a:spLocks noGrp="1"/>
          </p:cNvSpPr>
          <p:nvPr>
            <p:ph type="body" sz="quarter" idx="14" hasCustomPrompt="1"/>
          </p:nvPr>
        </p:nvSpPr>
        <p:spPr>
          <a:xfrm>
            <a:off x="365124" y="365125"/>
            <a:ext cx="5431536" cy="1463040"/>
          </a:xfrm>
        </p:spPr>
        <p:txBody>
          <a:bodyPr/>
          <a:lstStyle>
            <a:lvl1pPr marL="0" indent="0">
              <a:lnSpc>
                <a:spcPct val="80000"/>
              </a:lnSpc>
              <a:spcBef>
                <a:spcPts val="0"/>
              </a:spcBef>
              <a:buFontTx/>
              <a:buNone/>
              <a:defRPr sz="12000" b="1">
                <a:solidFill>
                  <a:schemeClr val="tx1"/>
                </a:solidFill>
              </a:defRPr>
            </a:lvl1pPr>
            <a:lvl2pPr marL="0" indent="0">
              <a:lnSpc>
                <a:spcPct val="80000"/>
              </a:lnSpc>
              <a:spcBef>
                <a:spcPts val="0"/>
              </a:spcBef>
              <a:buFontTx/>
              <a:buNone/>
              <a:defRPr sz="12000" b="1">
                <a:solidFill>
                  <a:schemeClr val="tx1"/>
                </a:solidFill>
              </a:defRPr>
            </a:lvl2pPr>
            <a:lvl3pPr marL="0" indent="0">
              <a:lnSpc>
                <a:spcPct val="80000"/>
              </a:lnSpc>
              <a:spcBef>
                <a:spcPts val="0"/>
              </a:spcBef>
              <a:buFontTx/>
              <a:buNone/>
              <a:defRPr sz="12000" b="1">
                <a:solidFill>
                  <a:schemeClr val="tx1"/>
                </a:solidFill>
              </a:defRPr>
            </a:lvl3pPr>
            <a:lvl4pPr marL="0" indent="0">
              <a:lnSpc>
                <a:spcPct val="80000"/>
              </a:lnSpc>
              <a:spcBef>
                <a:spcPts val="0"/>
              </a:spcBef>
              <a:buFontTx/>
              <a:buNone/>
              <a:defRPr sz="12000" b="1">
                <a:solidFill>
                  <a:schemeClr val="tx1"/>
                </a:solidFill>
              </a:defRPr>
            </a:lvl4pPr>
            <a:lvl5pPr marL="0" indent="0">
              <a:lnSpc>
                <a:spcPct val="80000"/>
              </a:lnSpc>
              <a:spcBef>
                <a:spcPts val="0"/>
              </a:spcBef>
              <a:buFontTx/>
              <a:buNone/>
              <a:defRPr sz="12000" b="1">
                <a:solidFill>
                  <a:schemeClr val="tx1"/>
                </a:solidFill>
              </a:defRPr>
            </a:lvl5pPr>
            <a:lvl6pPr marL="0" indent="0">
              <a:lnSpc>
                <a:spcPct val="80000"/>
              </a:lnSpc>
              <a:spcBef>
                <a:spcPts val="0"/>
              </a:spcBef>
              <a:buFontTx/>
              <a:buNone/>
              <a:defRPr sz="12000" b="1">
                <a:solidFill>
                  <a:schemeClr val="tx1"/>
                </a:solidFill>
              </a:defRPr>
            </a:lvl6pPr>
            <a:lvl7pPr marL="0" indent="0">
              <a:lnSpc>
                <a:spcPct val="80000"/>
              </a:lnSpc>
              <a:spcBef>
                <a:spcPts val="0"/>
              </a:spcBef>
              <a:buFontTx/>
              <a:buNone/>
              <a:defRPr sz="12000" b="1">
                <a:solidFill>
                  <a:schemeClr val="tx1"/>
                </a:solidFill>
              </a:defRPr>
            </a:lvl7pPr>
            <a:lvl8pPr marL="0" indent="0">
              <a:lnSpc>
                <a:spcPct val="80000"/>
              </a:lnSpc>
              <a:spcBef>
                <a:spcPts val="0"/>
              </a:spcBef>
              <a:buFontTx/>
              <a:buNone/>
              <a:defRPr sz="12000" b="1">
                <a:solidFill>
                  <a:schemeClr val="tx1"/>
                </a:solidFill>
              </a:defRPr>
            </a:lvl8pPr>
            <a:lvl9pPr marL="0" indent="0">
              <a:lnSpc>
                <a:spcPct val="80000"/>
              </a:lnSpc>
              <a:spcBef>
                <a:spcPts val="0"/>
              </a:spcBef>
              <a:buFontTx/>
              <a:buNone/>
              <a:defRPr sz="12000" b="1">
                <a:solidFill>
                  <a:schemeClr val="tx1"/>
                </a:solidFill>
              </a:defRPr>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365125" y="2514600"/>
            <a:ext cx="5431536" cy="2560320"/>
          </a:xfrm>
        </p:spPr>
        <p:txBody>
          <a:bodyPr anchor="t" anchorCtr="0"/>
          <a:lstStyle>
            <a:lvl1pPr>
              <a:defRPr sz="4800" b="1" spc="0" baseline="0"/>
            </a:lvl1pPr>
          </a:lstStyle>
          <a:p>
            <a:r>
              <a:rPr lang="en-US"/>
              <a:t>[Section title]</a:t>
            </a:r>
          </a:p>
        </p:txBody>
      </p:sp>
      <p:sp>
        <p:nvSpPr>
          <p:cNvPr id="7" name="Picture Placeholder 3">
            <a:extLst>
              <a:ext uri="{FF2B5EF4-FFF2-40B4-BE49-F238E27FC236}">
                <a16:creationId xmlns:a16="http://schemas.microsoft.com/office/drawing/2014/main" id="{8A8EF682-A0F4-999D-B1E7-C1378D6468D4}"/>
              </a:ext>
            </a:extLst>
          </p:cNvPr>
          <p:cNvSpPr>
            <a:spLocks noGrp="1"/>
          </p:cNvSpPr>
          <p:nvPr>
            <p:ph type="pic" sz="quarter" idx="13"/>
          </p:nvPr>
        </p:nvSpPr>
        <p:spPr>
          <a:xfrm>
            <a:off x="6096001" y="0"/>
            <a:ext cx="6096000" cy="6857999"/>
          </a:xfrm>
          <a:solidFill>
            <a:srgbClr val="BFBFBF"/>
          </a:solidFill>
        </p:spPr>
        <p:txBody>
          <a:bodyPr anchor="ctr" anchorCtr="0">
            <a:normAutofit/>
          </a:bodyPr>
          <a:lstStyle>
            <a:lvl1pPr marL="0" indent="0" algn="ctr">
              <a:spcBef>
                <a:spcPts val="0"/>
              </a:spcBef>
              <a:buFontTx/>
              <a:buNone/>
              <a:defRPr sz="1200">
                <a:solidFill>
                  <a:srgbClr val="595454"/>
                </a:solidFill>
              </a:defRPr>
            </a:lvl1pPr>
          </a:lstStyle>
          <a:p>
            <a:r>
              <a:rPr lang="en-US"/>
              <a:t>Click icon to add picture</a:t>
            </a:r>
          </a:p>
        </p:txBody>
      </p:sp>
      <p:pic>
        <p:nvPicPr>
          <p:cNvPr id="3" name="Bristol Myers Squibb" descr="Bristol Myers Squibb">
            <a:extLst>
              <a:ext uri="{FF2B5EF4-FFF2-40B4-BE49-F238E27FC236}">
                <a16:creationId xmlns:a16="http://schemas.microsoft.com/office/drawing/2014/main" id="{19324026-FF89-E85B-768A-4BF92B4B8F66}"/>
              </a:ext>
            </a:extLst>
          </p:cNvPr>
          <p:cNvPicPr>
            <a:picLocks noChangeAspect="1"/>
          </p:cNvPicPr>
          <p:nvPr/>
        </p:nvPicPr>
        <p:blipFill>
          <a:blip r:embed="rId2"/>
          <a:stretch>
            <a:fillRect/>
          </a:stretch>
        </p:blipFill>
        <p:spPr bwMode="black">
          <a:xfrm>
            <a:off x="258318" y="6355080"/>
            <a:ext cx="1627632" cy="410821"/>
          </a:xfrm>
          <a:prstGeom prst="rect">
            <a:avLst/>
          </a:prstGeom>
          <a:noFill/>
        </p:spPr>
      </p:pic>
      <p:sp>
        <p:nvSpPr>
          <p:cNvPr id="6" name="Slide Number Placeholder 4">
            <a:extLst>
              <a:ext uri="{FF2B5EF4-FFF2-40B4-BE49-F238E27FC236}">
                <a16:creationId xmlns:a16="http://schemas.microsoft.com/office/drawing/2014/main" id="{FDB1BE67-4AA2-4F98-8F15-39B4F53A1316}"/>
              </a:ext>
            </a:extLst>
          </p:cNvPr>
          <p:cNvSpPr>
            <a:spLocks noGrp="1"/>
          </p:cNvSpPr>
          <p:nvPr>
            <p:ph type="sldNum" sz="quarter" idx="12"/>
          </p:nvPr>
        </p:nvSpPr>
        <p:spPr bwMode="gray"/>
        <p:txBody>
          <a:bodyPr/>
          <a:lstStyle>
            <a:lvl1pPr>
              <a:defRPr>
                <a:solidFill>
                  <a:schemeClr val="bg1"/>
                </a:solidFill>
              </a:defRPr>
            </a:lvl1pPr>
          </a:lstStyle>
          <a:p>
            <a:fld id="{FC8AEAA6-477F-478D-8487-87ED88CBDFAC}" type="slidenum">
              <a:rPr lang="en-US" smtClean="0"/>
              <a:t>‹#›</a:t>
            </a:fld>
            <a:endParaRPr lang="en-US"/>
          </a:p>
        </p:txBody>
      </p:sp>
    </p:spTree>
    <p:extLst>
      <p:ext uri="{BB962C8B-B14F-4D97-AF65-F5344CB8AC3E}">
        <p14:creationId xmlns:p14="http://schemas.microsoft.com/office/powerpoint/2010/main" val="34136156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652">
          <p15:clr>
            <a:srgbClr val="FBAE40"/>
          </p15:clr>
        </p15:guide>
        <p15:guide id="3"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 Sienna Photo B">
    <p:spTree>
      <p:nvGrpSpPr>
        <p:cNvPr id="1" name=""/>
        <p:cNvGrpSpPr/>
        <p:nvPr/>
      </p:nvGrpSpPr>
      <p:grpSpPr>
        <a:xfrm>
          <a:off x="0" y="0"/>
          <a:ext cx="0" cy="0"/>
          <a:chOff x="0" y="0"/>
          <a:chExt cx="0" cy="0"/>
        </a:xfrm>
      </p:grpSpPr>
      <p:sp>
        <p:nvSpPr>
          <p:cNvPr id="8" name="Cover Up">
            <a:extLst>
              <a:ext uri="{FF2B5EF4-FFF2-40B4-BE49-F238E27FC236}">
                <a16:creationId xmlns:a16="http://schemas.microsoft.com/office/drawing/2014/main" id="{C016FD64-3BFF-90B0-41D3-444EC6D5B550}"/>
              </a:ext>
              <a:ext uri="{C183D7F6-B498-43B3-948B-1728B52AA6E4}">
                <adec:decorative xmlns:adec="http://schemas.microsoft.com/office/drawing/2017/decorative" val="1"/>
              </a:ext>
            </a:extLst>
          </p:cNvPr>
          <p:cNvSpPr/>
          <p:nvPr/>
        </p:nvSpPr>
        <p:spPr bwMode="white">
          <a:xfrm>
            <a:off x="5794248" y="6126480"/>
            <a:ext cx="6397752" cy="731520"/>
          </a:xfrm>
          <a:prstGeom prst="rect">
            <a:avLst/>
          </a:prstGeom>
          <a:solidFill>
            <a:srgbClr val="FFFFFF"/>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10" name="Text Placeholder 1">
            <a:extLst>
              <a:ext uri="{FF2B5EF4-FFF2-40B4-BE49-F238E27FC236}">
                <a16:creationId xmlns:a16="http://schemas.microsoft.com/office/drawing/2014/main" id="{4EE0B529-1886-65AF-69BD-F9553F255817}"/>
              </a:ext>
            </a:extLst>
          </p:cNvPr>
          <p:cNvSpPr>
            <a:spLocks noGrp="1"/>
          </p:cNvSpPr>
          <p:nvPr>
            <p:ph type="body" sz="quarter" idx="14" hasCustomPrompt="1"/>
          </p:nvPr>
        </p:nvSpPr>
        <p:spPr>
          <a:xfrm>
            <a:off x="365124" y="365125"/>
            <a:ext cx="5431536" cy="1463040"/>
          </a:xfrm>
        </p:spPr>
        <p:txBody>
          <a:bodyPr/>
          <a:lstStyle>
            <a:lvl1pPr marL="0" indent="0">
              <a:lnSpc>
                <a:spcPct val="80000"/>
              </a:lnSpc>
              <a:spcBef>
                <a:spcPts val="0"/>
              </a:spcBef>
              <a:buFontTx/>
              <a:buNone/>
              <a:defRPr sz="12000" b="1">
                <a:solidFill>
                  <a:srgbClr val="772A28"/>
                </a:solidFill>
              </a:defRPr>
            </a:lvl1pPr>
            <a:lvl2pPr marL="0" indent="0">
              <a:lnSpc>
                <a:spcPct val="80000"/>
              </a:lnSpc>
              <a:spcBef>
                <a:spcPts val="0"/>
              </a:spcBef>
              <a:buFontTx/>
              <a:buNone/>
              <a:defRPr sz="12000" b="1">
                <a:solidFill>
                  <a:srgbClr val="772A28"/>
                </a:solidFill>
              </a:defRPr>
            </a:lvl2pPr>
            <a:lvl3pPr marL="0" indent="0">
              <a:lnSpc>
                <a:spcPct val="80000"/>
              </a:lnSpc>
              <a:spcBef>
                <a:spcPts val="0"/>
              </a:spcBef>
              <a:buFontTx/>
              <a:buNone/>
              <a:defRPr sz="12000" b="1">
                <a:solidFill>
                  <a:srgbClr val="772A28"/>
                </a:solidFill>
              </a:defRPr>
            </a:lvl3pPr>
            <a:lvl4pPr marL="0" indent="0">
              <a:lnSpc>
                <a:spcPct val="80000"/>
              </a:lnSpc>
              <a:spcBef>
                <a:spcPts val="0"/>
              </a:spcBef>
              <a:buFontTx/>
              <a:buNone/>
              <a:defRPr sz="12000" b="1">
                <a:solidFill>
                  <a:srgbClr val="772A28"/>
                </a:solidFill>
              </a:defRPr>
            </a:lvl4pPr>
            <a:lvl5pPr marL="0" indent="0">
              <a:lnSpc>
                <a:spcPct val="80000"/>
              </a:lnSpc>
              <a:spcBef>
                <a:spcPts val="0"/>
              </a:spcBef>
              <a:buFontTx/>
              <a:buNone/>
              <a:defRPr sz="12000" b="1">
                <a:solidFill>
                  <a:srgbClr val="772A28"/>
                </a:solidFill>
              </a:defRPr>
            </a:lvl5pPr>
            <a:lvl6pPr marL="0" indent="0">
              <a:lnSpc>
                <a:spcPct val="80000"/>
              </a:lnSpc>
              <a:spcBef>
                <a:spcPts val="0"/>
              </a:spcBef>
              <a:buFontTx/>
              <a:buNone/>
              <a:defRPr sz="12000" b="1">
                <a:solidFill>
                  <a:srgbClr val="772A28"/>
                </a:solidFill>
              </a:defRPr>
            </a:lvl6pPr>
            <a:lvl7pPr marL="0" indent="0">
              <a:lnSpc>
                <a:spcPct val="80000"/>
              </a:lnSpc>
              <a:spcBef>
                <a:spcPts val="0"/>
              </a:spcBef>
              <a:buFontTx/>
              <a:buNone/>
              <a:defRPr sz="12000" b="1">
                <a:solidFill>
                  <a:srgbClr val="772A28"/>
                </a:solidFill>
              </a:defRPr>
            </a:lvl7pPr>
            <a:lvl8pPr marL="0" indent="0">
              <a:lnSpc>
                <a:spcPct val="80000"/>
              </a:lnSpc>
              <a:spcBef>
                <a:spcPts val="0"/>
              </a:spcBef>
              <a:buFontTx/>
              <a:buNone/>
              <a:defRPr sz="12000" b="1">
                <a:solidFill>
                  <a:srgbClr val="772A28"/>
                </a:solidFill>
              </a:defRPr>
            </a:lvl8pPr>
            <a:lvl9pPr marL="0" indent="0">
              <a:lnSpc>
                <a:spcPct val="80000"/>
              </a:lnSpc>
              <a:spcBef>
                <a:spcPts val="0"/>
              </a:spcBef>
              <a:buFontTx/>
              <a:buNone/>
              <a:defRPr sz="12000" b="1">
                <a:solidFill>
                  <a:srgbClr val="772A28"/>
                </a:solidFill>
              </a:defRPr>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365125" y="2514600"/>
            <a:ext cx="5431536" cy="2560320"/>
          </a:xfrm>
        </p:spPr>
        <p:txBody>
          <a:bodyPr anchor="t" anchorCtr="0"/>
          <a:lstStyle>
            <a:lvl1pPr>
              <a:defRPr sz="4800" b="1" spc="0" baseline="0"/>
            </a:lvl1pPr>
          </a:lstStyle>
          <a:p>
            <a:r>
              <a:rPr lang="en-US"/>
              <a:t>[Section title]</a:t>
            </a:r>
          </a:p>
        </p:txBody>
      </p:sp>
      <p:sp>
        <p:nvSpPr>
          <p:cNvPr id="7" name="Picture Placeholder 3">
            <a:extLst>
              <a:ext uri="{FF2B5EF4-FFF2-40B4-BE49-F238E27FC236}">
                <a16:creationId xmlns:a16="http://schemas.microsoft.com/office/drawing/2014/main" id="{8A8EF682-A0F4-999D-B1E7-C1378D6468D4}"/>
              </a:ext>
            </a:extLst>
          </p:cNvPr>
          <p:cNvSpPr>
            <a:spLocks noGrp="1"/>
          </p:cNvSpPr>
          <p:nvPr>
            <p:ph type="pic" sz="quarter" idx="13"/>
          </p:nvPr>
        </p:nvSpPr>
        <p:spPr>
          <a:xfrm>
            <a:off x="6096001" y="0"/>
            <a:ext cx="6096000" cy="6857999"/>
          </a:xfrm>
          <a:solidFill>
            <a:srgbClr val="F2F2F2"/>
          </a:solidFill>
        </p:spPr>
        <p:txBody>
          <a:bodyPr anchor="ctr" anchorCtr="0">
            <a:normAutofit/>
          </a:bodyPr>
          <a:lstStyle>
            <a:lvl1pPr marL="0" indent="0" algn="ctr">
              <a:spcBef>
                <a:spcPts val="0"/>
              </a:spcBef>
              <a:buFontTx/>
              <a:buNone/>
              <a:defRPr sz="1200">
                <a:solidFill>
                  <a:srgbClr val="595454"/>
                </a:solidFill>
              </a:defRPr>
            </a:lvl1pPr>
          </a:lstStyle>
          <a:p>
            <a:r>
              <a:rPr lang="en-US"/>
              <a:t>Click icon to add picture</a:t>
            </a:r>
          </a:p>
        </p:txBody>
      </p:sp>
      <p:sp>
        <p:nvSpPr>
          <p:cNvPr id="6" name="Slide Number Placeholder 4">
            <a:extLst>
              <a:ext uri="{FF2B5EF4-FFF2-40B4-BE49-F238E27FC236}">
                <a16:creationId xmlns:a16="http://schemas.microsoft.com/office/drawing/2014/main" id="{FDB1BE67-4AA2-4F98-8F15-39B4F53A1316}"/>
              </a:ext>
            </a:extLst>
          </p:cNvPr>
          <p:cNvSpPr>
            <a:spLocks noGrp="1"/>
          </p:cNvSpPr>
          <p:nvPr>
            <p:ph type="sldNum" sz="quarter" idx="12"/>
          </p:nvPr>
        </p:nvSpPr>
        <p:spPr bwMode="gray"/>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2951287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652">
          <p15:clr>
            <a:srgbClr val="FBAE40"/>
          </p15:clr>
        </p15:guide>
        <p15:guide id="3"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 Mint">
    <p:bg>
      <p:bgPr>
        <a:solidFill>
          <a:srgbClr val="138967"/>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365125" y="1554480"/>
            <a:ext cx="7540371" cy="2743200"/>
          </a:xfrm>
        </p:spPr>
        <p:txBody>
          <a:bodyPr anchor="t" anchorCtr="0"/>
          <a:lstStyle>
            <a:lvl1pPr>
              <a:defRPr sz="6000" b="1" spc="0" baseline="0"/>
            </a:lvl1pPr>
          </a:lstStyle>
          <a:p>
            <a:r>
              <a:rPr lang="en-US"/>
              <a:t>[Section title]</a:t>
            </a:r>
          </a:p>
        </p:txBody>
      </p:sp>
      <p:pic>
        <p:nvPicPr>
          <p:cNvPr id="3" name="Bristol Myers Squibb" descr="Bristol Myers Squibb">
            <a:extLst>
              <a:ext uri="{FF2B5EF4-FFF2-40B4-BE49-F238E27FC236}">
                <a16:creationId xmlns:a16="http://schemas.microsoft.com/office/drawing/2014/main" id="{74780BFA-D86B-1688-B800-1B4EE82B83E3}"/>
              </a:ext>
            </a:extLst>
          </p:cNvPr>
          <p:cNvPicPr>
            <a:picLocks noChangeAspect="1"/>
          </p:cNvPicPr>
          <p:nvPr/>
        </p:nvPicPr>
        <p:blipFill>
          <a:blip r:embed="rId2"/>
          <a:stretch>
            <a:fillRect/>
          </a:stretch>
        </p:blipFill>
        <p:spPr bwMode="black">
          <a:xfrm>
            <a:off x="258318" y="6355080"/>
            <a:ext cx="1627632" cy="410821"/>
          </a:xfrm>
          <a:prstGeom prst="rect">
            <a:avLst/>
          </a:prstGeom>
          <a:noFill/>
        </p:spPr>
      </p:pic>
      <p:sp>
        <p:nvSpPr>
          <p:cNvPr id="6" name="Slide Number Placeholder 3">
            <a:extLst>
              <a:ext uri="{FF2B5EF4-FFF2-40B4-BE49-F238E27FC236}">
                <a16:creationId xmlns:a16="http://schemas.microsoft.com/office/drawing/2014/main" id="{FDB1BE67-4AA2-4F98-8F15-39B4F53A1316}"/>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6533590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Header - Mint Photo A">
    <p:bg>
      <p:bgPr>
        <a:solidFill>
          <a:srgbClr val="138967"/>
        </a:solidFill>
        <a:effectLst/>
      </p:bgPr>
    </p:bg>
    <p:spTree>
      <p:nvGrpSpPr>
        <p:cNvPr id="1" name=""/>
        <p:cNvGrpSpPr/>
        <p:nvPr/>
      </p:nvGrpSpPr>
      <p:grpSpPr>
        <a:xfrm>
          <a:off x="0" y="0"/>
          <a:ext cx="0" cy="0"/>
          <a:chOff x="0" y="0"/>
          <a:chExt cx="0" cy="0"/>
        </a:xfrm>
      </p:grpSpPr>
      <p:sp>
        <p:nvSpPr>
          <p:cNvPr id="8" name="Cover Up">
            <a:extLst>
              <a:ext uri="{FF2B5EF4-FFF2-40B4-BE49-F238E27FC236}">
                <a16:creationId xmlns:a16="http://schemas.microsoft.com/office/drawing/2014/main" id="{C016FD64-3BFF-90B0-41D3-444EC6D5B550}"/>
              </a:ext>
              <a:ext uri="{C183D7F6-B498-43B3-948B-1728B52AA6E4}">
                <adec:decorative xmlns:adec="http://schemas.microsoft.com/office/drawing/2017/decorative" val="1"/>
              </a:ext>
            </a:extLst>
          </p:cNvPr>
          <p:cNvSpPr/>
          <p:nvPr/>
        </p:nvSpPr>
        <p:spPr bwMode="white">
          <a:xfrm>
            <a:off x="5794248" y="6126480"/>
            <a:ext cx="6397752" cy="731520"/>
          </a:xfrm>
          <a:prstGeom prst="rect">
            <a:avLst/>
          </a:prstGeom>
          <a:solidFill>
            <a:srgbClr val="138967"/>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10" name="Text Placeholder 1">
            <a:extLst>
              <a:ext uri="{FF2B5EF4-FFF2-40B4-BE49-F238E27FC236}">
                <a16:creationId xmlns:a16="http://schemas.microsoft.com/office/drawing/2014/main" id="{4EE0B529-1886-65AF-69BD-F9553F255817}"/>
              </a:ext>
            </a:extLst>
          </p:cNvPr>
          <p:cNvSpPr>
            <a:spLocks noGrp="1"/>
          </p:cNvSpPr>
          <p:nvPr>
            <p:ph type="body" sz="quarter" idx="14" hasCustomPrompt="1"/>
          </p:nvPr>
        </p:nvSpPr>
        <p:spPr>
          <a:xfrm>
            <a:off x="365124" y="365125"/>
            <a:ext cx="5431536" cy="1463040"/>
          </a:xfrm>
        </p:spPr>
        <p:txBody>
          <a:bodyPr/>
          <a:lstStyle>
            <a:lvl1pPr marL="0" indent="0">
              <a:lnSpc>
                <a:spcPct val="80000"/>
              </a:lnSpc>
              <a:spcBef>
                <a:spcPts val="0"/>
              </a:spcBef>
              <a:buFontTx/>
              <a:buNone/>
              <a:defRPr sz="12000" b="1">
                <a:solidFill>
                  <a:schemeClr val="tx1"/>
                </a:solidFill>
              </a:defRPr>
            </a:lvl1pPr>
            <a:lvl2pPr marL="0" indent="0">
              <a:lnSpc>
                <a:spcPct val="80000"/>
              </a:lnSpc>
              <a:spcBef>
                <a:spcPts val="0"/>
              </a:spcBef>
              <a:buFontTx/>
              <a:buNone/>
              <a:defRPr sz="12000" b="1">
                <a:solidFill>
                  <a:schemeClr val="tx1"/>
                </a:solidFill>
              </a:defRPr>
            </a:lvl2pPr>
            <a:lvl3pPr marL="0" indent="0">
              <a:lnSpc>
                <a:spcPct val="80000"/>
              </a:lnSpc>
              <a:spcBef>
                <a:spcPts val="0"/>
              </a:spcBef>
              <a:buFontTx/>
              <a:buNone/>
              <a:defRPr sz="12000" b="1">
                <a:solidFill>
                  <a:schemeClr val="tx1"/>
                </a:solidFill>
              </a:defRPr>
            </a:lvl3pPr>
            <a:lvl4pPr marL="0" indent="0">
              <a:lnSpc>
                <a:spcPct val="80000"/>
              </a:lnSpc>
              <a:spcBef>
                <a:spcPts val="0"/>
              </a:spcBef>
              <a:buFontTx/>
              <a:buNone/>
              <a:defRPr sz="12000" b="1">
                <a:solidFill>
                  <a:schemeClr val="tx1"/>
                </a:solidFill>
              </a:defRPr>
            </a:lvl4pPr>
            <a:lvl5pPr marL="0" indent="0">
              <a:lnSpc>
                <a:spcPct val="80000"/>
              </a:lnSpc>
              <a:spcBef>
                <a:spcPts val="0"/>
              </a:spcBef>
              <a:buFontTx/>
              <a:buNone/>
              <a:defRPr sz="12000" b="1">
                <a:solidFill>
                  <a:schemeClr val="tx1"/>
                </a:solidFill>
              </a:defRPr>
            </a:lvl5pPr>
            <a:lvl6pPr marL="0" indent="0">
              <a:lnSpc>
                <a:spcPct val="80000"/>
              </a:lnSpc>
              <a:spcBef>
                <a:spcPts val="0"/>
              </a:spcBef>
              <a:buFontTx/>
              <a:buNone/>
              <a:defRPr sz="12000" b="1">
                <a:solidFill>
                  <a:schemeClr val="tx1"/>
                </a:solidFill>
              </a:defRPr>
            </a:lvl6pPr>
            <a:lvl7pPr marL="0" indent="0">
              <a:lnSpc>
                <a:spcPct val="80000"/>
              </a:lnSpc>
              <a:spcBef>
                <a:spcPts val="0"/>
              </a:spcBef>
              <a:buFontTx/>
              <a:buNone/>
              <a:defRPr sz="12000" b="1">
                <a:solidFill>
                  <a:schemeClr val="tx1"/>
                </a:solidFill>
              </a:defRPr>
            </a:lvl7pPr>
            <a:lvl8pPr marL="0" indent="0">
              <a:lnSpc>
                <a:spcPct val="80000"/>
              </a:lnSpc>
              <a:spcBef>
                <a:spcPts val="0"/>
              </a:spcBef>
              <a:buFontTx/>
              <a:buNone/>
              <a:defRPr sz="12000" b="1">
                <a:solidFill>
                  <a:schemeClr val="tx1"/>
                </a:solidFill>
              </a:defRPr>
            </a:lvl8pPr>
            <a:lvl9pPr marL="0" indent="0">
              <a:lnSpc>
                <a:spcPct val="80000"/>
              </a:lnSpc>
              <a:spcBef>
                <a:spcPts val="0"/>
              </a:spcBef>
              <a:buFontTx/>
              <a:buNone/>
              <a:defRPr sz="12000" b="1">
                <a:solidFill>
                  <a:schemeClr val="tx1"/>
                </a:solidFill>
              </a:defRPr>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365125" y="2514600"/>
            <a:ext cx="5431536" cy="2560320"/>
          </a:xfrm>
        </p:spPr>
        <p:txBody>
          <a:bodyPr anchor="t" anchorCtr="0"/>
          <a:lstStyle>
            <a:lvl1pPr>
              <a:defRPr sz="4800" b="1" spc="0" baseline="0"/>
            </a:lvl1pPr>
          </a:lstStyle>
          <a:p>
            <a:r>
              <a:rPr lang="en-US"/>
              <a:t>[Section title]</a:t>
            </a:r>
          </a:p>
        </p:txBody>
      </p:sp>
      <p:sp>
        <p:nvSpPr>
          <p:cNvPr id="7" name="Picture Placeholder 3">
            <a:extLst>
              <a:ext uri="{FF2B5EF4-FFF2-40B4-BE49-F238E27FC236}">
                <a16:creationId xmlns:a16="http://schemas.microsoft.com/office/drawing/2014/main" id="{8A8EF682-A0F4-999D-B1E7-C1378D6468D4}"/>
              </a:ext>
            </a:extLst>
          </p:cNvPr>
          <p:cNvSpPr>
            <a:spLocks noGrp="1"/>
          </p:cNvSpPr>
          <p:nvPr>
            <p:ph type="pic" sz="quarter" idx="13"/>
          </p:nvPr>
        </p:nvSpPr>
        <p:spPr>
          <a:xfrm>
            <a:off x="6096001" y="0"/>
            <a:ext cx="6096000" cy="6857999"/>
          </a:xfrm>
          <a:solidFill>
            <a:srgbClr val="BFBFBF"/>
          </a:solidFill>
        </p:spPr>
        <p:txBody>
          <a:bodyPr anchor="ctr" anchorCtr="0">
            <a:normAutofit/>
          </a:bodyPr>
          <a:lstStyle>
            <a:lvl1pPr marL="0" indent="0" algn="ctr">
              <a:spcBef>
                <a:spcPts val="0"/>
              </a:spcBef>
              <a:buFontTx/>
              <a:buNone/>
              <a:defRPr sz="1200">
                <a:solidFill>
                  <a:srgbClr val="595454"/>
                </a:solidFill>
              </a:defRPr>
            </a:lvl1pPr>
          </a:lstStyle>
          <a:p>
            <a:r>
              <a:rPr lang="en-US"/>
              <a:t>Click icon to add picture</a:t>
            </a:r>
          </a:p>
        </p:txBody>
      </p:sp>
      <p:pic>
        <p:nvPicPr>
          <p:cNvPr id="3" name="Bristol Myers Squibb" descr="Bristol Myers Squibb">
            <a:extLst>
              <a:ext uri="{FF2B5EF4-FFF2-40B4-BE49-F238E27FC236}">
                <a16:creationId xmlns:a16="http://schemas.microsoft.com/office/drawing/2014/main" id="{3272B23B-4503-41CD-7F2E-47AFAE125215}"/>
              </a:ext>
            </a:extLst>
          </p:cNvPr>
          <p:cNvPicPr>
            <a:picLocks noChangeAspect="1"/>
          </p:cNvPicPr>
          <p:nvPr/>
        </p:nvPicPr>
        <p:blipFill>
          <a:blip r:embed="rId2"/>
          <a:stretch>
            <a:fillRect/>
          </a:stretch>
        </p:blipFill>
        <p:spPr bwMode="black">
          <a:xfrm>
            <a:off x="258318" y="6355080"/>
            <a:ext cx="1627632" cy="410821"/>
          </a:xfrm>
          <a:prstGeom prst="rect">
            <a:avLst/>
          </a:prstGeom>
          <a:noFill/>
        </p:spPr>
      </p:pic>
      <p:sp>
        <p:nvSpPr>
          <p:cNvPr id="6" name="Slide Number Placeholder 4">
            <a:extLst>
              <a:ext uri="{FF2B5EF4-FFF2-40B4-BE49-F238E27FC236}">
                <a16:creationId xmlns:a16="http://schemas.microsoft.com/office/drawing/2014/main" id="{FDB1BE67-4AA2-4F98-8F15-39B4F53A1316}"/>
              </a:ext>
            </a:extLst>
          </p:cNvPr>
          <p:cNvSpPr>
            <a:spLocks noGrp="1"/>
          </p:cNvSpPr>
          <p:nvPr>
            <p:ph type="sldNum" sz="quarter" idx="12"/>
          </p:nvPr>
        </p:nvSpPr>
        <p:spPr bwMode="gray"/>
        <p:txBody>
          <a:bodyPr/>
          <a:lstStyle>
            <a:lvl1pPr>
              <a:defRPr>
                <a:solidFill>
                  <a:schemeClr val="bg1"/>
                </a:solidFill>
              </a:defRPr>
            </a:lvl1pPr>
          </a:lstStyle>
          <a:p>
            <a:fld id="{FC8AEAA6-477F-478D-8487-87ED88CBDFAC}" type="slidenum">
              <a:rPr lang="en-US" smtClean="0"/>
              <a:t>‹#›</a:t>
            </a:fld>
            <a:endParaRPr lang="en-US"/>
          </a:p>
        </p:txBody>
      </p:sp>
    </p:spTree>
    <p:extLst>
      <p:ext uri="{BB962C8B-B14F-4D97-AF65-F5344CB8AC3E}">
        <p14:creationId xmlns:p14="http://schemas.microsoft.com/office/powerpoint/2010/main" val="23998481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652">
          <p15:clr>
            <a:srgbClr val="FBAE40"/>
          </p15:clr>
        </p15:guide>
        <p15:guide id="3"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Header - Mint Photo B">
    <p:spTree>
      <p:nvGrpSpPr>
        <p:cNvPr id="1" name=""/>
        <p:cNvGrpSpPr/>
        <p:nvPr/>
      </p:nvGrpSpPr>
      <p:grpSpPr>
        <a:xfrm>
          <a:off x="0" y="0"/>
          <a:ext cx="0" cy="0"/>
          <a:chOff x="0" y="0"/>
          <a:chExt cx="0" cy="0"/>
        </a:xfrm>
      </p:grpSpPr>
      <p:sp>
        <p:nvSpPr>
          <p:cNvPr id="8" name="Cover Up">
            <a:extLst>
              <a:ext uri="{FF2B5EF4-FFF2-40B4-BE49-F238E27FC236}">
                <a16:creationId xmlns:a16="http://schemas.microsoft.com/office/drawing/2014/main" id="{C016FD64-3BFF-90B0-41D3-444EC6D5B550}"/>
              </a:ext>
              <a:ext uri="{C183D7F6-B498-43B3-948B-1728B52AA6E4}">
                <adec:decorative xmlns:adec="http://schemas.microsoft.com/office/drawing/2017/decorative" val="1"/>
              </a:ext>
            </a:extLst>
          </p:cNvPr>
          <p:cNvSpPr/>
          <p:nvPr/>
        </p:nvSpPr>
        <p:spPr bwMode="white">
          <a:xfrm>
            <a:off x="5794248" y="6126480"/>
            <a:ext cx="6397752" cy="731520"/>
          </a:xfrm>
          <a:prstGeom prst="rect">
            <a:avLst/>
          </a:prstGeom>
          <a:solidFill>
            <a:srgbClr val="FFFFFF"/>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10" name="Text Placeholder 1">
            <a:extLst>
              <a:ext uri="{FF2B5EF4-FFF2-40B4-BE49-F238E27FC236}">
                <a16:creationId xmlns:a16="http://schemas.microsoft.com/office/drawing/2014/main" id="{4EE0B529-1886-65AF-69BD-F9553F255817}"/>
              </a:ext>
            </a:extLst>
          </p:cNvPr>
          <p:cNvSpPr>
            <a:spLocks noGrp="1"/>
          </p:cNvSpPr>
          <p:nvPr>
            <p:ph type="body" sz="quarter" idx="14" hasCustomPrompt="1"/>
          </p:nvPr>
        </p:nvSpPr>
        <p:spPr>
          <a:xfrm>
            <a:off x="365124" y="365125"/>
            <a:ext cx="5431536" cy="1463040"/>
          </a:xfrm>
        </p:spPr>
        <p:txBody>
          <a:bodyPr/>
          <a:lstStyle>
            <a:lvl1pPr marL="0" indent="0">
              <a:lnSpc>
                <a:spcPct val="80000"/>
              </a:lnSpc>
              <a:spcBef>
                <a:spcPts val="0"/>
              </a:spcBef>
              <a:buFontTx/>
              <a:buNone/>
              <a:defRPr sz="12000" b="1">
                <a:solidFill>
                  <a:srgbClr val="138967"/>
                </a:solidFill>
              </a:defRPr>
            </a:lvl1pPr>
            <a:lvl2pPr marL="0" indent="0">
              <a:lnSpc>
                <a:spcPct val="80000"/>
              </a:lnSpc>
              <a:spcBef>
                <a:spcPts val="0"/>
              </a:spcBef>
              <a:buFontTx/>
              <a:buNone/>
              <a:defRPr sz="12000" b="1">
                <a:solidFill>
                  <a:srgbClr val="138967"/>
                </a:solidFill>
              </a:defRPr>
            </a:lvl2pPr>
            <a:lvl3pPr marL="0" indent="0">
              <a:lnSpc>
                <a:spcPct val="80000"/>
              </a:lnSpc>
              <a:spcBef>
                <a:spcPts val="0"/>
              </a:spcBef>
              <a:buFontTx/>
              <a:buNone/>
              <a:defRPr sz="12000" b="1">
                <a:solidFill>
                  <a:srgbClr val="138967"/>
                </a:solidFill>
              </a:defRPr>
            </a:lvl3pPr>
            <a:lvl4pPr marL="0" indent="0">
              <a:lnSpc>
                <a:spcPct val="80000"/>
              </a:lnSpc>
              <a:spcBef>
                <a:spcPts val="0"/>
              </a:spcBef>
              <a:buFontTx/>
              <a:buNone/>
              <a:defRPr sz="12000" b="1">
                <a:solidFill>
                  <a:srgbClr val="138967"/>
                </a:solidFill>
              </a:defRPr>
            </a:lvl4pPr>
            <a:lvl5pPr marL="0" indent="0">
              <a:lnSpc>
                <a:spcPct val="80000"/>
              </a:lnSpc>
              <a:spcBef>
                <a:spcPts val="0"/>
              </a:spcBef>
              <a:buFontTx/>
              <a:buNone/>
              <a:defRPr sz="12000" b="1">
                <a:solidFill>
                  <a:srgbClr val="138967"/>
                </a:solidFill>
              </a:defRPr>
            </a:lvl5pPr>
            <a:lvl6pPr marL="0" indent="0">
              <a:lnSpc>
                <a:spcPct val="80000"/>
              </a:lnSpc>
              <a:spcBef>
                <a:spcPts val="0"/>
              </a:spcBef>
              <a:buFontTx/>
              <a:buNone/>
              <a:defRPr sz="12000" b="1">
                <a:solidFill>
                  <a:srgbClr val="138967"/>
                </a:solidFill>
              </a:defRPr>
            </a:lvl6pPr>
            <a:lvl7pPr marL="0" indent="0">
              <a:lnSpc>
                <a:spcPct val="80000"/>
              </a:lnSpc>
              <a:spcBef>
                <a:spcPts val="0"/>
              </a:spcBef>
              <a:buFontTx/>
              <a:buNone/>
              <a:defRPr sz="12000" b="1">
                <a:solidFill>
                  <a:srgbClr val="138967"/>
                </a:solidFill>
              </a:defRPr>
            </a:lvl7pPr>
            <a:lvl8pPr marL="0" indent="0">
              <a:lnSpc>
                <a:spcPct val="80000"/>
              </a:lnSpc>
              <a:spcBef>
                <a:spcPts val="0"/>
              </a:spcBef>
              <a:buFontTx/>
              <a:buNone/>
              <a:defRPr sz="12000" b="1">
                <a:solidFill>
                  <a:srgbClr val="138967"/>
                </a:solidFill>
              </a:defRPr>
            </a:lvl8pPr>
            <a:lvl9pPr marL="0" indent="0">
              <a:lnSpc>
                <a:spcPct val="80000"/>
              </a:lnSpc>
              <a:spcBef>
                <a:spcPts val="0"/>
              </a:spcBef>
              <a:buFontTx/>
              <a:buNone/>
              <a:defRPr sz="12000" b="1">
                <a:solidFill>
                  <a:srgbClr val="138967"/>
                </a:solidFill>
              </a:defRPr>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365125" y="2514600"/>
            <a:ext cx="5431536" cy="2560320"/>
          </a:xfrm>
        </p:spPr>
        <p:txBody>
          <a:bodyPr anchor="t" anchorCtr="0"/>
          <a:lstStyle>
            <a:lvl1pPr>
              <a:defRPr sz="4800" b="1" spc="0" baseline="0"/>
            </a:lvl1pPr>
          </a:lstStyle>
          <a:p>
            <a:r>
              <a:rPr lang="en-US"/>
              <a:t>[Section title]</a:t>
            </a:r>
          </a:p>
        </p:txBody>
      </p:sp>
      <p:sp>
        <p:nvSpPr>
          <p:cNvPr id="7" name="Picture Placeholder 3">
            <a:extLst>
              <a:ext uri="{FF2B5EF4-FFF2-40B4-BE49-F238E27FC236}">
                <a16:creationId xmlns:a16="http://schemas.microsoft.com/office/drawing/2014/main" id="{8A8EF682-A0F4-999D-B1E7-C1378D6468D4}"/>
              </a:ext>
            </a:extLst>
          </p:cNvPr>
          <p:cNvSpPr>
            <a:spLocks noGrp="1"/>
          </p:cNvSpPr>
          <p:nvPr>
            <p:ph type="pic" sz="quarter" idx="13"/>
          </p:nvPr>
        </p:nvSpPr>
        <p:spPr>
          <a:xfrm>
            <a:off x="6096001" y="0"/>
            <a:ext cx="6096000" cy="6857999"/>
          </a:xfrm>
          <a:solidFill>
            <a:srgbClr val="F2F2F2"/>
          </a:solidFill>
        </p:spPr>
        <p:txBody>
          <a:bodyPr anchor="ctr" anchorCtr="0">
            <a:normAutofit/>
          </a:bodyPr>
          <a:lstStyle>
            <a:lvl1pPr marL="0" indent="0" algn="ctr">
              <a:spcBef>
                <a:spcPts val="0"/>
              </a:spcBef>
              <a:buFontTx/>
              <a:buNone/>
              <a:defRPr sz="1200">
                <a:solidFill>
                  <a:srgbClr val="595454"/>
                </a:solidFill>
              </a:defRPr>
            </a:lvl1pPr>
          </a:lstStyle>
          <a:p>
            <a:r>
              <a:rPr lang="en-US"/>
              <a:t>Click icon to add picture</a:t>
            </a:r>
          </a:p>
        </p:txBody>
      </p:sp>
      <p:sp>
        <p:nvSpPr>
          <p:cNvPr id="6" name="Slide Number Placeholder 4">
            <a:extLst>
              <a:ext uri="{FF2B5EF4-FFF2-40B4-BE49-F238E27FC236}">
                <a16:creationId xmlns:a16="http://schemas.microsoft.com/office/drawing/2014/main" id="{FDB1BE67-4AA2-4F98-8F15-39B4F53A1316}"/>
              </a:ext>
            </a:extLst>
          </p:cNvPr>
          <p:cNvSpPr>
            <a:spLocks noGrp="1"/>
          </p:cNvSpPr>
          <p:nvPr>
            <p:ph type="sldNum" sz="quarter" idx="12"/>
          </p:nvPr>
        </p:nvSpPr>
        <p:spPr bwMode="gray"/>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2121363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652">
          <p15:clr>
            <a:srgbClr val="FBAE40"/>
          </p15:clr>
        </p15:guide>
        <p15:guide id="3"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Header - Aqua">
    <p:bg>
      <p:bgPr>
        <a:solidFill>
          <a:srgbClr val="009FBA"/>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365125" y="1554480"/>
            <a:ext cx="7540371" cy="2743200"/>
          </a:xfrm>
        </p:spPr>
        <p:txBody>
          <a:bodyPr anchor="t" anchorCtr="0"/>
          <a:lstStyle>
            <a:lvl1pPr>
              <a:defRPr sz="6000" b="1" spc="0" baseline="0"/>
            </a:lvl1pPr>
          </a:lstStyle>
          <a:p>
            <a:r>
              <a:rPr lang="en-US"/>
              <a:t>[Section title]</a:t>
            </a:r>
          </a:p>
        </p:txBody>
      </p:sp>
      <p:pic>
        <p:nvPicPr>
          <p:cNvPr id="3" name="Bristol Myers Squibb" descr="Bristol Myers Squibb">
            <a:extLst>
              <a:ext uri="{FF2B5EF4-FFF2-40B4-BE49-F238E27FC236}">
                <a16:creationId xmlns:a16="http://schemas.microsoft.com/office/drawing/2014/main" id="{95869DA3-38DE-0102-6EEA-BCEE85913FA8}"/>
              </a:ext>
            </a:extLst>
          </p:cNvPr>
          <p:cNvPicPr>
            <a:picLocks noChangeAspect="1"/>
          </p:cNvPicPr>
          <p:nvPr/>
        </p:nvPicPr>
        <p:blipFill>
          <a:blip r:embed="rId2"/>
          <a:stretch>
            <a:fillRect/>
          </a:stretch>
        </p:blipFill>
        <p:spPr bwMode="black">
          <a:xfrm>
            <a:off x="258318" y="6355080"/>
            <a:ext cx="1627632" cy="410821"/>
          </a:xfrm>
          <a:prstGeom prst="rect">
            <a:avLst/>
          </a:prstGeom>
          <a:noFill/>
        </p:spPr>
      </p:pic>
      <p:sp>
        <p:nvSpPr>
          <p:cNvPr id="6" name="Slide Number Placeholder 3">
            <a:extLst>
              <a:ext uri="{FF2B5EF4-FFF2-40B4-BE49-F238E27FC236}">
                <a16:creationId xmlns:a16="http://schemas.microsoft.com/office/drawing/2014/main" id="{FDB1BE67-4AA2-4F98-8F15-39B4F53A1316}"/>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18139577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Header - Aqua Photo A">
    <p:bg>
      <p:bgPr>
        <a:solidFill>
          <a:srgbClr val="009FBA"/>
        </a:solidFill>
        <a:effectLst/>
      </p:bgPr>
    </p:bg>
    <p:spTree>
      <p:nvGrpSpPr>
        <p:cNvPr id="1" name=""/>
        <p:cNvGrpSpPr/>
        <p:nvPr/>
      </p:nvGrpSpPr>
      <p:grpSpPr>
        <a:xfrm>
          <a:off x="0" y="0"/>
          <a:ext cx="0" cy="0"/>
          <a:chOff x="0" y="0"/>
          <a:chExt cx="0" cy="0"/>
        </a:xfrm>
      </p:grpSpPr>
      <p:sp>
        <p:nvSpPr>
          <p:cNvPr id="8" name="Cover Up">
            <a:extLst>
              <a:ext uri="{FF2B5EF4-FFF2-40B4-BE49-F238E27FC236}">
                <a16:creationId xmlns:a16="http://schemas.microsoft.com/office/drawing/2014/main" id="{C016FD64-3BFF-90B0-41D3-444EC6D5B550}"/>
              </a:ext>
              <a:ext uri="{C183D7F6-B498-43B3-948B-1728B52AA6E4}">
                <adec:decorative xmlns:adec="http://schemas.microsoft.com/office/drawing/2017/decorative" val="1"/>
              </a:ext>
            </a:extLst>
          </p:cNvPr>
          <p:cNvSpPr/>
          <p:nvPr/>
        </p:nvSpPr>
        <p:spPr bwMode="white">
          <a:xfrm>
            <a:off x="5794248" y="6126480"/>
            <a:ext cx="6397752" cy="731520"/>
          </a:xfrm>
          <a:prstGeom prst="rect">
            <a:avLst/>
          </a:prstGeom>
          <a:solidFill>
            <a:srgbClr val="009FBA"/>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10" name="Text Placeholder 1">
            <a:extLst>
              <a:ext uri="{FF2B5EF4-FFF2-40B4-BE49-F238E27FC236}">
                <a16:creationId xmlns:a16="http://schemas.microsoft.com/office/drawing/2014/main" id="{4EE0B529-1886-65AF-69BD-F9553F255817}"/>
              </a:ext>
            </a:extLst>
          </p:cNvPr>
          <p:cNvSpPr>
            <a:spLocks noGrp="1"/>
          </p:cNvSpPr>
          <p:nvPr>
            <p:ph type="body" sz="quarter" idx="14" hasCustomPrompt="1"/>
          </p:nvPr>
        </p:nvSpPr>
        <p:spPr>
          <a:xfrm>
            <a:off x="365124" y="365125"/>
            <a:ext cx="5431536" cy="1463040"/>
          </a:xfrm>
        </p:spPr>
        <p:txBody>
          <a:bodyPr/>
          <a:lstStyle>
            <a:lvl1pPr marL="0" indent="0">
              <a:lnSpc>
                <a:spcPct val="80000"/>
              </a:lnSpc>
              <a:spcBef>
                <a:spcPts val="0"/>
              </a:spcBef>
              <a:buFontTx/>
              <a:buNone/>
              <a:defRPr sz="12000" b="1">
                <a:solidFill>
                  <a:schemeClr val="tx1"/>
                </a:solidFill>
              </a:defRPr>
            </a:lvl1pPr>
            <a:lvl2pPr marL="0" indent="0">
              <a:lnSpc>
                <a:spcPct val="80000"/>
              </a:lnSpc>
              <a:spcBef>
                <a:spcPts val="0"/>
              </a:spcBef>
              <a:buFontTx/>
              <a:buNone/>
              <a:defRPr sz="12000" b="1">
                <a:solidFill>
                  <a:schemeClr val="tx1"/>
                </a:solidFill>
              </a:defRPr>
            </a:lvl2pPr>
            <a:lvl3pPr marL="0" indent="0">
              <a:lnSpc>
                <a:spcPct val="80000"/>
              </a:lnSpc>
              <a:spcBef>
                <a:spcPts val="0"/>
              </a:spcBef>
              <a:buFontTx/>
              <a:buNone/>
              <a:defRPr sz="12000" b="1">
                <a:solidFill>
                  <a:schemeClr val="tx1"/>
                </a:solidFill>
              </a:defRPr>
            </a:lvl3pPr>
            <a:lvl4pPr marL="0" indent="0">
              <a:lnSpc>
                <a:spcPct val="80000"/>
              </a:lnSpc>
              <a:spcBef>
                <a:spcPts val="0"/>
              </a:spcBef>
              <a:buFontTx/>
              <a:buNone/>
              <a:defRPr sz="12000" b="1">
                <a:solidFill>
                  <a:schemeClr val="tx1"/>
                </a:solidFill>
              </a:defRPr>
            </a:lvl4pPr>
            <a:lvl5pPr marL="0" indent="0">
              <a:lnSpc>
                <a:spcPct val="80000"/>
              </a:lnSpc>
              <a:spcBef>
                <a:spcPts val="0"/>
              </a:spcBef>
              <a:buFontTx/>
              <a:buNone/>
              <a:defRPr sz="12000" b="1">
                <a:solidFill>
                  <a:schemeClr val="tx1"/>
                </a:solidFill>
              </a:defRPr>
            </a:lvl5pPr>
            <a:lvl6pPr marL="0" indent="0">
              <a:lnSpc>
                <a:spcPct val="80000"/>
              </a:lnSpc>
              <a:spcBef>
                <a:spcPts val="0"/>
              </a:spcBef>
              <a:buFontTx/>
              <a:buNone/>
              <a:defRPr sz="12000" b="1">
                <a:solidFill>
                  <a:schemeClr val="tx1"/>
                </a:solidFill>
              </a:defRPr>
            </a:lvl6pPr>
            <a:lvl7pPr marL="0" indent="0">
              <a:lnSpc>
                <a:spcPct val="80000"/>
              </a:lnSpc>
              <a:spcBef>
                <a:spcPts val="0"/>
              </a:spcBef>
              <a:buFontTx/>
              <a:buNone/>
              <a:defRPr sz="12000" b="1">
                <a:solidFill>
                  <a:schemeClr val="tx1"/>
                </a:solidFill>
              </a:defRPr>
            </a:lvl7pPr>
            <a:lvl8pPr marL="0" indent="0">
              <a:lnSpc>
                <a:spcPct val="80000"/>
              </a:lnSpc>
              <a:spcBef>
                <a:spcPts val="0"/>
              </a:spcBef>
              <a:buFontTx/>
              <a:buNone/>
              <a:defRPr sz="12000" b="1">
                <a:solidFill>
                  <a:schemeClr val="tx1"/>
                </a:solidFill>
              </a:defRPr>
            </a:lvl8pPr>
            <a:lvl9pPr marL="0" indent="0">
              <a:lnSpc>
                <a:spcPct val="80000"/>
              </a:lnSpc>
              <a:spcBef>
                <a:spcPts val="0"/>
              </a:spcBef>
              <a:buFontTx/>
              <a:buNone/>
              <a:defRPr sz="12000" b="1">
                <a:solidFill>
                  <a:schemeClr val="tx1"/>
                </a:solidFill>
              </a:defRPr>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365125" y="2514600"/>
            <a:ext cx="5431536" cy="2560320"/>
          </a:xfrm>
        </p:spPr>
        <p:txBody>
          <a:bodyPr anchor="t" anchorCtr="0"/>
          <a:lstStyle>
            <a:lvl1pPr>
              <a:defRPr sz="4800" b="1" spc="0" baseline="0"/>
            </a:lvl1pPr>
          </a:lstStyle>
          <a:p>
            <a:r>
              <a:rPr lang="en-US"/>
              <a:t>[Section title]</a:t>
            </a:r>
          </a:p>
        </p:txBody>
      </p:sp>
      <p:sp>
        <p:nvSpPr>
          <p:cNvPr id="7" name="Picture Placeholder 3">
            <a:extLst>
              <a:ext uri="{FF2B5EF4-FFF2-40B4-BE49-F238E27FC236}">
                <a16:creationId xmlns:a16="http://schemas.microsoft.com/office/drawing/2014/main" id="{8A8EF682-A0F4-999D-B1E7-C1378D6468D4}"/>
              </a:ext>
            </a:extLst>
          </p:cNvPr>
          <p:cNvSpPr>
            <a:spLocks noGrp="1"/>
          </p:cNvSpPr>
          <p:nvPr>
            <p:ph type="pic" sz="quarter" idx="13"/>
          </p:nvPr>
        </p:nvSpPr>
        <p:spPr>
          <a:xfrm>
            <a:off x="6096001" y="0"/>
            <a:ext cx="6096000" cy="6857999"/>
          </a:xfrm>
          <a:solidFill>
            <a:srgbClr val="BFBFBF"/>
          </a:solidFill>
        </p:spPr>
        <p:txBody>
          <a:bodyPr anchor="ctr" anchorCtr="0">
            <a:normAutofit/>
          </a:bodyPr>
          <a:lstStyle>
            <a:lvl1pPr marL="0" indent="0" algn="ctr">
              <a:spcBef>
                <a:spcPts val="0"/>
              </a:spcBef>
              <a:buFontTx/>
              <a:buNone/>
              <a:defRPr sz="1200">
                <a:solidFill>
                  <a:srgbClr val="595454"/>
                </a:solidFill>
              </a:defRPr>
            </a:lvl1pPr>
          </a:lstStyle>
          <a:p>
            <a:r>
              <a:rPr lang="en-US"/>
              <a:t>Click icon to add picture</a:t>
            </a:r>
          </a:p>
        </p:txBody>
      </p:sp>
      <p:pic>
        <p:nvPicPr>
          <p:cNvPr id="5" name="Bristol Myers Squibb" descr="Bristol Myers Squibb">
            <a:extLst>
              <a:ext uri="{FF2B5EF4-FFF2-40B4-BE49-F238E27FC236}">
                <a16:creationId xmlns:a16="http://schemas.microsoft.com/office/drawing/2014/main" id="{D25CFD92-8870-ACD0-AEA4-B48F78E47177}"/>
              </a:ext>
            </a:extLst>
          </p:cNvPr>
          <p:cNvPicPr>
            <a:picLocks noChangeAspect="1"/>
          </p:cNvPicPr>
          <p:nvPr/>
        </p:nvPicPr>
        <p:blipFill>
          <a:blip r:embed="rId2"/>
          <a:stretch>
            <a:fillRect/>
          </a:stretch>
        </p:blipFill>
        <p:spPr bwMode="black">
          <a:xfrm>
            <a:off x="258318" y="6355080"/>
            <a:ext cx="1627632" cy="410821"/>
          </a:xfrm>
          <a:prstGeom prst="rect">
            <a:avLst/>
          </a:prstGeom>
          <a:noFill/>
        </p:spPr>
      </p:pic>
      <p:sp>
        <p:nvSpPr>
          <p:cNvPr id="6" name="Slide Number Placeholder 4">
            <a:extLst>
              <a:ext uri="{FF2B5EF4-FFF2-40B4-BE49-F238E27FC236}">
                <a16:creationId xmlns:a16="http://schemas.microsoft.com/office/drawing/2014/main" id="{FDB1BE67-4AA2-4F98-8F15-39B4F53A1316}"/>
              </a:ext>
            </a:extLst>
          </p:cNvPr>
          <p:cNvSpPr>
            <a:spLocks noGrp="1"/>
          </p:cNvSpPr>
          <p:nvPr>
            <p:ph type="sldNum" sz="quarter" idx="12"/>
          </p:nvPr>
        </p:nvSpPr>
        <p:spPr bwMode="gray"/>
        <p:txBody>
          <a:bodyPr/>
          <a:lstStyle>
            <a:lvl1pPr>
              <a:defRPr>
                <a:solidFill>
                  <a:schemeClr val="bg1"/>
                </a:solidFill>
              </a:defRPr>
            </a:lvl1pPr>
          </a:lstStyle>
          <a:p>
            <a:fld id="{FC8AEAA6-477F-478D-8487-87ED88CBDFAC}" type="slidenum">
              <a:rPr lang="en-US" smtClean="0"/>
              <a:t>‹#›</a:t>
            </a:fld>
            <a:endParaRPr lang="en-US"/>
          </a:p>
        </p:txBody>
      </p:sp>
    </p:spTree>
    <p:extLst>
      <p:ext uri="{BB962C8B-B14F-4D97-AF65-F5344CB8AC3E}">
        <p14:creationId xmlns:p14="http://schemas.microsoft.com/office/powerpoint/2010/main" val="3430962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652">
          <p15:clr>
            <a:srgbClr val="FBAE40"/>
          </p15:clr>
        </p15:guide>
        <p15:guide id="3"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 Aqua Photo B">
    <p:spTree>
      <p:nvGrpSpPr>
        <p:cNvPr id="1" name=""/>
        <p:cNvGrpSpPr/>
        <p:nvPr/>
      </p:nvGrpSpPr>
      <p:grpSpPr>
        <a:xfrm>
          <a:off x="0" y="0"/>
          <a:ext cx="0" cy="0"/>
          <a:chOff x="0" y="0"/>
          <a:chExt cx="0" cy="0"/>
        </a:xfrm>
      </p:grpSpPr>
      <p:sp>
        <p:nvSpPr>
          <p:cNvPr id="8" name="Cover Up">
            <a:extLst>
              <a:ext uri="{FF2B5EF4-FFF2-40B4-BE49-F238E27FC236}">
                <a16:creationId xmlns:a16="http://schemas.microsoft.com/office/drawing/2014/main" id="{C016FD64-3BFF-90B0-41D3-444EC6D5B550}"/>
              </a:ext>
              <a:ext uri="{C183D7F6-B498-43B3-948B-1728B52AA6E4}">
                <adec:decorative xmlns:adec="http://schemas.microsoft.com/office/drawing/2017/decorative" val="1"/>
              </a:ext>
            </a:extLst>
          </p:cNvPr>
          <p:cNvSpPr/>
          <p:nvPr/>
        </p:nvSpPr>
        <p:spPr bwMode="white">
          <a:xfrm>
            <a:off x="5794248" y="6126480"/>
            <a:ext cx="6397752" cy="731520"/>
          </a:xfrm>
          <a:prstGeom prst="rect">
            <a:avLst/>
          </a:prstGeom>
          <a:solidFill>
            <a:srgbClr val="FFFFFF"/>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10" name="Text Placeholder 1">
            <a:extLst>
              <a:ext uri="{FF2B5EF4-FFF2-40B4-BE49-F238E27FC236}">
                <a16:creationId xmlns:a16="http://schemas.microsoft.com/office/drawing/2014/main" id="{4EE0B529-1886-65AF-69BD-F9553F255817}"/>
              </a:ext>
            </a:extLst>
          </p:cNvPr>
          <p:cNvSpPr>
            <a:spLocks noGrp="1"/>
          </p:cNvSpPr>
          <p:nvPr>
            <p:ph type="body" sz="quarter" idx="14" hasCustomPrompt="1"/>
          </p:nvPr>
        </p:nvSpPr>
        <p:spPr>
          <a:xfrm>
            <a:off x="365124" y="365125"/>
            <a:ext cx="5431536" cy="1463040"/>
          </a:xfrm>
        </p:spPr>
        <p:txBody>
          <a:bodyPr/>
          <a:lstStyle>
            <a:lvl1pPr marL="0" indent="0">
              <a:lnSpc>
                <a:spcPct val="80000"/>
              </a:lnSpc>
              <a:spcBef>
                <a:spcPts val="0"/>
              </a:spcBef>
              <a:buFontTx/>
              <a:buNone/>
              <a:defRPr sz="12000" b="1">
                <a:solidFill>
                  <a:srgbClr val="009FBA"/>
                </a:solidFill>
              </a:defRPr>
            </a:lvl1pPr>
            <a:lvl2pPr marL="0" indent="0">
              <a:lnSpc>
                <a:spcPct val="80000"/>
              </a:lnSpc>
              <a:spcBef>
                <a:spcPts val="0"/>
              </a:spcBef>
              <a:buFontTx/>
              <a:buNone/>
              <a:defRPr sz="12000" b="1">
                <a:solidFill>
                  <a:srgbClr val="009FBA"/>
                </a:solidFill>
              </a:defRPr>
            </a:lvl2pPr>
            <a:lvl3pPr marL="0" indent="0">
              <a:lnSpc>
                <a:spcPct val="80000"/>
              </a:lnSpc>
              <a:spcBef>
                <a:spcPts val="0"/>
              </a:spcBef>
              <a:buFontTx/>
              <a:buNone/>
              <a:defRPr sz="12000" b="1">
                <a:solidFill>
                  <a:srgbClr val="009FBA"/>
                </a:solidFill>
              </a:defRPr>
            </a:lvl3pPr>
            <a:lvl4pPr marL="0" indent="0">
              <a:lnSpc>
                <a:spcPct val="80000"/>
              </a:lnSpc>
              <a:spcBef>
                <a:spcPts val="0"/>
              </a:spcBef>
              <a:buFontTx/>
              <a:buNone/>
              <a:defRPr sz="12000" b="1">
                <a:solidFill>
                  <a:srgbClr val="009FBA"/>
                </a:solidFill>
              </a:defRPr>
            </a:lvl4pPr>
            <a:lvl5pPr marL="0" indent="0">
              <a:lnSpc>
                <a:spcPct val="80000"/>
              </a:lnSpc>
              <a:spcBef>
                <a:spcPts val="0"/>
              </a:spcBef>
              <a:buFontTx/>
              <a:buNone/>
              <a:defRPr sz="12000" b="1">
                <a:solidFill>
                  <a:srgbClr val="009FBA"/>
                </a:solidFill>
              </a:defRPr>
            </a:lvl5pPr>
            <a:lvl6pPr marL="0" indent="0">
              <a:lnSpc>
                <a:spcPct val="80000"/>
              </a:lnSpc>
              <a:spcBef>
                <a:spcPts val="0"/>
              </a:spcBef>
              <a:buFontTx/>
              <a:buNone/>
              <a:defRPr sz="12000" b="1">
                <a:solidFill>
                  <a:srgbClr val="009FBA"/>
                </a:solidFill>
              </a:defRPr>
            </a:lvl6pPr>
            <a:lvl7pPr marL="0" indent="0">
              <a:lnSpc>
                <a:spcPct val="80000"/>
              </a:lnSpc>
              <a:spcBef>
                <a:spcPts val="0"/>
              </a:spcBef>
              <a:buFontTx/>
              <a:buNone/>
              <a:defRPr sz="12000" b="1">
                <a:solidFill>
                  <a:srgbClr val="009FBA"/>
                </a:solidFill>
              </a:defRPr>
            </a:lvl7pPr>
            <a:lvl8pPr marL="0" indent="0">
              <a:lnSpc>
                <a:spcPct val="80000"/>
              </a:lnSpc>
              <a:spcBef>
                <a:spcPts val="0"/>
              </a:spcBef>
              <a:buFontTx/>
              <a:buNone/>
              <a:defRPr sz="12000" b="1">
                <a:solidFill>
                  <a:srgbClr val="009FBA"/>
                </a:solidFill>
              </a:defRPr>
            </a:lvl8pPr>
            <a:lvl9pPr marL="0" indent="0">
              <a:lnSpc>
                <a:spcPct val="80000"/>
              </a:lnSpc>
              <a:spcBef>
                <a:spcPts val="0"/>
              </a:spcBef>
              <a:buFontTx/>
              <a:buNone/>
              <a:defRPr sz="12000" b="1">
                <a:solidFill>
                  <a:srgbClr val="009FBA"/>
                </a:solidFill>
              </a:defRPr>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365125" y="2514600"/>
            <a:ext cx="5431536" cy="2560320"/>
          </a:xfrm>
        </p:spPr>
        <p:txBody>
          <a:bodyPr anchor="t" anchorCtr="0"/>
          <a:lstStyle>
            <a:lvl1pPr>
              <a:defRPr sz="4800" b="1" spc="0" baseline="0"/>
            </a:lvl1pPr>
          </a:lstStyle>
          <a:p>
            <a:r>
              <a:rPr lang="en-US"/>
              <a:t>[Section title]</a:t>
            </a:r>
          </a:p>
        </p:txBody>
      </p:sp>
      <p:sp>
        <p:nvSpPr>
          <p:cNvPr id="7" name="Picture Placeholder 3">
            <a:extLst>
              <a:ext uri="{FF2B5EF4-FFF2-40B4-BE49-F238E27FC236}">
                <a16:creationId xmlns:a16="http://schemas.microsoft.com/office/drawing/2014/main" id="{8A8EF682-A0F4-999D-B1E7-C1378D6468D4}"/>
              </a:ext>
            </a:extLst>
          </p:cNvPr>
          <p:cNvSpPr>
            <a:spLocks noGrp="1"/>
          </p:cNvSpPr>
          <p:nvPr>
            <p:ph type="pic" sz="quarter" idx="13"/>
          </p:nvPr>
        </p:nvSpPr>
        <p:spPr>
          <a:xfrm>
            <a:off x="6096001" y="0"/>
            <a:ext cx="6096000" cy="6857999"/>
          </a:xfrm>
          <a:solidFill>
            <a:srgbClr val="F2F2F2"/>
          </a:solidFill>
        </p:spPr>
        <p:txBody>
          <a:bodyPr anchor="ctr" anchorCtr="0">
            <a:normAutofit/>
          </a:bodyPr>
          <a:lstStyle>
            <a:lvl1pPr marL="0" indent="0" algn="ctr">
              <a:spcBef>
                <a:spcPts val="0"/>
              </a:spcBef>
              <a:buFontTx/>
              <a:buNone/>
              <a:defRPr sz="1200">
                <a:solidFill>
                  <a:srgbClr val="595454"/>
                </a:solidFill>
              </a:defRPr>
            </a:lvl1pPr>
          </a:lstStyle>
          <a:p>
            <a:r>
              <a:rPr lang="en-US"/>
              <a:t>Click icon to add picture</a:t>
            </a:r>
          </a:p>
        </p:txBody>
      </p:sp>
      <p:sp>
        <p:nvSpPr>
          <p:cNvPr id="6" name="Slide Number Placeholder 4">
            <a:extLst>
              <a:ext uri="{FF2B5EF4-FFF2-40B4-BE49-F238E27FC236}">
                <a16:creationId xmlns:a16="http://schemas.microsoft.com/office/drawing/2014/main" id="{FDB1BE67-4AA2-4F98-8F15-39B4F53A1316}"/>
              </a:ext>
            </a:extLst>
          </p:cNvPr>
          <p:cNvSpPr>
            <a:spLocks noGrp="1"/>
          </p:cNvSpPr>
          <p:nvPr>
            <p:ph type="sldNum" sz="quarter" idx="12"/>
          </p:nvPr>
        </p:nvSpPr>
        <p:spPr bwMode="gray"/>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2249628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652">
          <p15:clr>
            <a:srgbClr val="FBAE40"/>
          </p15:clr>
        </p15:guide>
        <p15:guide id="3"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p:txBody>
          <a:bodyPr rIns="0" numCol="2" spcCol="301752"/>
          <a:lstStyle>
            <a:lvl1pPr marL="411480" indent="-411480">
              <a:buClrTx/>
              <a:buFont typeface="+mj-lt"/>
              <a:buAutoNum type="arabicPeriod"/>
              <a:tabLst/>
              <a:defRPr/>
            </a:lvl1pPr>
            <a:lvl2pPr marL="640080" indent="-228600">
              <a:tabLst/>
              <a:defRPr/>
            </a:lvl2pPr>
            <a:lvl3pPr marL="868680" indent="-228600">
              <a:tabLst/>
              <a:defRPr/>
            </a:lvl3pPr>
            <a:lvl4pPr marL="1097280" indent="-228600">
              <a:tabLst/>
              <a:defRPr/>
            </a:lvl4pPr>
            <a:lvl5pPr marL="1325880" indent="-228600">
              <a:tabLst/>
              <a:defRPr/>
            </a:lvl5pPr>
            <a:lvl6pPr marL="1554480" indent="-228600">
              <a:tabLst/>
              <a:defRPr/>
            </a:lvl6pPr>
            <a:lvl7pPr marL="1783080" indent="-228600">
              <a:tabLst/>
              <a:defRPr/>
            </a:lvl7pPr>
            <a:lvl8pPr marL="2011680" indent="-228600">
              <a:tabLst/>
              <a:defRPr/>
            </a:lvl8pPr>
            <a:lvl9pPr marL="2240280" indent="-228600">
              <a:tabLst/>
              <a:defRPr/>
            </a:lvl9pPr>
          </a:lstStyle>
          <a:p>
            <a:pPr lvl="0"/>
            <a:r>
              <a:rPr lang="en-US"/>
              <a:t>[Agenda item]</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4041370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8524240"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1221848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60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60480"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58" y="1554480"/>
            <a:ext cx="5577840"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8400" y="1554480"/>
            <a:ext cx="5577840"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4">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632129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60480"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3621024"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5488" y="1554480"/>
            <a:ext cx="3621024"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05216" y="1554480"/>
            <a:ext cx="3621024"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2484317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698">
          <p15:clr>
            <a:srgbClr val="FBAE40"/>
          </p15:clr>
        </p15:guide>
        <p15:guide id="2" pos="2512">
          <p15:clr>
            <a:srgbClr val="FBAE40"/>
          </p15:clr>
        </p15:guide>
        <p15:guide id="3" pos="4982">
          <p15:clr>
            <a:srgbClr val="FBAE40"/>
          </p15:clr>
        </p15:guide>
        <p15:guide id="4" pos="516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60480"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2642616"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02001" y="1554480"/>
            <a:ext cx="2641598"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8400" y="1554480"/>
            <a:ext cx="2641600"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3624" y="1554480"/>
            <a:ext cx="2642616"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1230955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0">
          <p15:clr>
            <a:srgbClr val="FBAE40"/>
          </p15:clr>
        </p15:guide>
        <p15:guide id="2" pos="1896">
          <p15:clr>
            <a:srgbClr val="FBAE40"/>
          </p15:clr>
        </p15:guide>
        <p15:guide id="3" pos="5600">
          <p15:clr>
            <a:srgbClr val="FBAE40"/>
          </p15:clr>
        </p15:guide>
        <p15:guide id="4" pos="5784">
          <p15:clr>
            <a:srgbClr val="FBAE40"/>
          </p15:clr>
        </p15:guide>
        <p15:guide id="5" pos="3744">
          <p15:clr>
            <a:srgbClr val="FBAE40"/>
          </p15:clr>
        </p15:guide>
        <p15:guide id="6" pos="39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60480"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3618992"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6504" y="1554480"/>
            <a:ext cx="7539736"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4">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806259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1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60480"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7539736"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07248" y="1554480"/>
            <a:ext cx="3618992"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4">
            <a:extLst>
              <a:ext uri="{FF2B5EF4-FFF2-40B4-BE49-F238E27FC236}">
                <a16:creationId xmlns:a16="http://schemas.microsoft.com/office/drawing/2014/main" id="{67FB1D32-3E1C-554A-A887-047CEBF6A063}"/>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1667356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80">
          <p15:clr>
            <a:srgbClr val="FBAE40"/>
          </p15:clr>
        </p15:guide>
        <p15:guide id="4" pos="516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Sidebar Purple A">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FC2F28F-9F95-F090-5E01-A1AC5DD703C0}"/>
              </a:ext>
              <a:ext uri="{C183D7F6-B498-43B3-948B-1728B52AA6E4}">
                <adec:decorative xmlns:adec="http://schemas.microsoft.com/office/drawing/2017/decorative" val="1"/>
              </a:ext>
            </a:extLst>
          </p:cNvPr>
          <p:cNvSpPr/>
          <p:nvPr/>
        </p:nvSpPr>
        <p:spPr bwMode="hidden">
          <a:xfrm>
            <a:off x="0" y="0"/>
            <a:ext cx="3984752" cy="6858000"/>
          </a:xfrm>
          <a:prstGeom prst="rect">
            <a:avLst/>
          </a:prstGeom>
          <a:solidFill>
            <a:srgbClr val="BE2BBB"/>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1554480"/>
            <a:ext cx="3320415" cy="4572000"/>
          </a:xfrm>
        </p:spPr>
        <p:txBody>
          <a:bodyPr/>
          <a:lstStyle>
            <a:lvl1pPr>
              <a:defRPr>
                <a:solidFill>
                  <a:schemeClr val="bg1"/>
                </a:solidFill>
              </a:defRPr>
            </a:lvl1pPr>
          </a:lstStyle>
          <a:p>
            <a:r>
              <a:rPr lang="en-US"/>
              <a:t>[Slide title]</a:t>
            </a:r>
          </a:p>
        </p:txBody>
      </p:sp>
      <p:sp>
        <p:nvSpPr>
          <p:cNvPr id="4" name="Content Placeholder 2">
            <a:extLst>
              <a:ext uri="{FF2B5EF4-FFF2-40B4-BE49-F238E27FC236}">
                <a16:creationId xmlns:a16="http://schemas.microsoft.com/office/drawing/2014/main" id="{F38A127C-C71C-410F-8BEA-B1AA4E4DB590}"/>
              </a:ext>
            </a:extLst>
          </p:cNvPr>
          <p:cNvSpPr>
            <a:spLocks noGrp="1"/>
          </p:cNvSpPr>
          <p:nvPr>
            <p:ph sz="half" idx="2"/>
          </p:nvPr>
        </p:nvSpPr>
        <p:spPr>
          <a:xfrm>
            <a:off x="4286504" y="1554480"/>
            <a:ext cx="7543800"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3" name="Line">
            <a:extLst>
              <a:ext uri="{FF2B5EF4-FFF2-40B4-BE49-F238E27FC236}">
                <a16:creationId xmlns:a16="http://schemas.microsoft.com/office/drawing/2014/main" id="{3B67049B-E62D-38C9-E6EF-C3A6A5C7B2AF}"/>
              </a:ext>
              <a:ext uri="{C183D7F6-B498-43B3-948B-1728B52AA6E4}">
                <adec:decorative xmlns:adec="http://schemas.microsoft.com/office/drawing/2017/decorative" val="1"/>
              </a:ext>
            </a:extLst>
          </p:cNvPr>
          <p:cNvCxnSpPr>
            <a:cxnSpLocks/>
          </p:cNvCxnSpPr>
          <p:nvPr/>
        </p:nvCxnSpPr>
        <p:spPr bwMode="black">
          <a:xfrm>
            <a:off x="4286504" y="6355080"/>
            <a:ext cx="7539736" cy="0"/>
          </a:xfrm>
          <a:prstGeom prst="line">
            <a:avLst/>
          </a:prstGeom>
          <a:ln w="6350" cap="rnd">
            <a:solidFill>
              <a:schemeClr val="tx1"/>
            </a:solidFill>
          </a:ln>
        </p:spPr>
        <p:style>
          <a:lnRef idx="1">
            <a:schemeClr val="accent1"/>
          </a:lnRef>
          <a:fillRef idx="0">
            <a:schemeClr val="accent1"/>
          </a:fillRef>
          <a:effectRef idx="0">
            <a:srgbClr val="000000"/>
          </a:effectRef>
          <a:fontRef idx="minor">
            <a:schemeClr val="lt1"/>
          </a:fontRef>
        </p:style>
      </p:cxnSp>
      <p:pic>
        <p:nvPicPr>
          <p:cNvPr id="16" name="Bristol Myers Squibb" descr="Bristol Myers Squibb">
            <a:extLst>
              <a:ext uri="{FF2B5EF4-FFF2-40B4-BE49-F238E27FC236}">
                <a16:creationId xmlns:a16="http://schemas.microsoft.com/office/drawing/2014/main" id="{EB9E1D26-68FB-ACA0-8C0B-9D04616C4583}"/>
              </a:ext>
            </a:extLst>
          </p:cNvPr>
          <p:cNvPicPr>
            <a:picLocks noChangeAspect="1"/>
          </p:cNvPicPr>
          <p:nvPr/>
        </p:nvPicPr>
        <p:blipFill>
          <a:blip r:embed="rId2"/>
          <a:stretch>
            <a:fillRect/>
          </a:stretch>
        </p:blipFill>
        <p:spPr bwMode="black">
          <a:xfrm>
            <a:off x="258318" y="6355080"/>
            <a:ext cx="1627632" cy="410821"/>
          </a:xfrm>
          <a:prstGeom prst="rect">
            <a:avLst/>
          </a:prstGeom>
          <a:noFill/>
        </p:spPr>
      </p:pic>
      <p:sp>
        <p:nvSpPr>
          <p:cNvPr id="14" name="Disclaimer">
            <a:extLst>
              <a:ext uri="{FF2B5EF4-FFF2-40B4-BE49-F238E27FC236}">
                <a16:creationId xmlns:a16="http://schemas.microsoft.com/office/drawing/2014/main" id="{7109CA11-EF36-5202-0223-1BB7D2A9B890}"/>
              </a:ext>
            </a:extLst>
          </p:cNvPr>
          <p:cNvSpPr txBox="1"/>
          <p:nvPr/>
        </p:nvSpPr>
        <p:spPr>
          <a:xfrm>
            <a:off x="8205216" y="6429375"/>
            <a:ext cx="3209544" cy="228600"/>
          </a:xfrm>
          <a:prstGeom prst="rect">
            <a:avLst/>
          </a:prstGeom>
          <a:noFill/>
        </p:spPr>
        <p:txBody>
          <a:bodyPr wrap="square" lIns="0" tIns="0" rIns="0" bIns="9144" rtlCol="0" anchor="b" anchorCtr="0">
            <a:noAutofit/>
          </a:bodyPr>
          <a:lstStyle/>
          <a:p>
            <a:pPr marL="0" indent="0" algn="r">
              <a:lnSpc>
                <a:spcPct val="100000"/>
              </a:lnSpc>
              <a:spcBef>
                <a:spcPts val="0"/>
              </a:spcBef>
              <a:buSzPct val="100000"/>
              <a:buFontTx/>
              <a:buNone/>
            </a:pPr>
            <a:r>
              <a:rPr lang="en-US" sz="800" b="0"/>
              <a:t>Internal Use Only</a:t>
            </a:r>
          </a:p>
        </p:txBody>
      </p:sp>
      <p:sp>
        <p:nvSpPr>
          <p:cNvPr id="7" name="Slide Number Placeholder 3">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2785491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12">
          <p15:clr>
            <a:srgbClr val="FBAE40"/>
          </p15:clr>
        </p15:guide>
        <p15:guide id="3" pos="232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Sidebar Purple B">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FC2F28F-9F95-F090-5E01-A1AC5DD703C0}"/>
              </a:ext>
              <a:ext uri="{C183D7F6-B498-43B3-948B-1728B52AA6E4}">
                <adec:decorative xmlns:adec="http://schemas.microsoft.com/office/drawing/2017/decorative" val="1"/>
              </a:ext>
            </a:extLst>
          </p:cNvPr>
          <p:cNvSpPr/>
          <p:nvPr/>
        </p:nvSpPr>
        <p:spPr bwMode="hidden">
          <a:xfrm>
            <a:off x="0" y="0"/>
            <a:ext cx="3984752" cy="6858000"/>
          </a:xfrm>
          <a:prstGeom prst="rect">
            <a:avLst/>
          </a:prstGeom>
          <a:solidFill>
            <a:srgbClr val="BE2BBB"/>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4286504" y="365760"/>
            <a:ext cx="7539736"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3319272" cy="4572000"/>
          </a:xfrm>
        </p:spPr>
        <p:txBody>
          <a:bodyPr/>
          <a:lstStyle>
            <a:lvl1pPr>
              <a:buClrTx/>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6504" y="1554480"/>
            <a:ext cx="3621024"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4">
            <a:extLst>
              <a:ext uri="{FF2B5EF4-FFF2-40B4-BE49-F238E27FC236}">
                <a16:creationId xmlns:a16="http://schemas.microsoft.com/office/drawing/2014/main" id="{3B1C27D1-CD5E-C5FD-0A83-833F935EEB88}"/>
              </a:ext>
            </a:extLst>
          </p:cNvPr>
          <p:cNvSpPr>
            <a:spLocks noGrp="1"/>
          </p:cNvSpPr>
          <p:nvPr>
            <p:ph sz="half" idx="13"/>
          </p:nvPr>
        </p:nvSpPr>
        <p:spPr>
          <a:xfrm>
            <a:off x="8205216" y="1554480"/>
            <a:ext cx="3621024"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3" name="Line">
            <a:extLst>
              <a:ext uri="{FF2B5EF4-FFF2-40B4-BE49-F238E27FC236}">
                <a16:creationId xmlns:a16="http://schemas.microsoft.com/office/drawing/2014/main" id="{3B67049B-E62D-38C9-E6EF-C3A6A5C7B2AF}"/>
              </a:ext>
              <a:ext uri="{C183D7F6-B498-43B3-948B-1728B52AA6E4}">
                <adec:decorative xmlns:adec="http://schemas.microsoft.com/office/drawing/2017/decorative" val="1"/>
              </a:ext>
            </a:extLst>
          </p:cNvPr>
          <p:cNvCxnSpPr>
            <a:cxnSpLocks/>
          </p:cNvCxnSpPr>
          <p:nvPr/>
        </p:nvCxnSpPr>
        <p:spPr bwMode="black">
          <a:xfrm>
            <a:off x="4286504" y="6355080"/>
            <a:ext cx="7539736" cy="0"/>
          </a:xfrm>
          <a:prstGeom prst="line">
            <a:avLst/>
          </a:prstGeom>
          <a:ln w="6350" cap="rnd">
            <a:solidFill>
              <a:schemeClr val="tx1"/>
            </a:solidFill>
          </a:ln>
        </p:spPr>
        <p:style>
          <a:lnRef idx="1">
            <a:schemeClr val="accent1"/>
          </a:lnRef>
          <a:fillRef idx="0">
            <a:schemeClr val="accent1"/>
          </a:fillRef>
          <a:effectRef idx="0">
            <a:srgbClr val="000000"/>
          </a:effectRef>
          <a:fontRef idx="minor">
            <a:schemeClr val="lt1"/>
          </a:fontRef>
        </p:style>
      </p:cxnSp>
      <p:pic>
        <p:nvPicPr>
          <p:cNvPr id="16" name="Bristol Myers Squibb" descr="Bristol Myers Squibb">
            <a:extLst>
              <a:ext uri="{FF2B5EF4-FFF2-40B4-BE49-F238E27FC236}">
                <a16:creationId xmlns:a16="http://schemas.microsoft.com/office/drawing/2014/main" id="{EB9E1D26-68FB-ACA0-8C0B-9D04616C4583}"/>
              </a:ext>
            </a:extLst>
          </p:cNvPr>
          <p:cNvPicPr>
            <a:picLocks noChangeAspect="1"/>
          </p:cNvPicPr>
          <p:nvPr/>
        </p:nvPicPr>
        <p:blipFill>
          <a:blip r:embed="rId2"/>
          <a:stretch>
            <a:fillRect/>
          </a:stretch>
        </p:blipFill>
        <p:spPr bwMode="black">
          <a:xfrm>
            <a:off x="258318" y="6355080"/>
            <a:ext cx="1627632" cy="410821"/>
          </a:xfrm>
          <a:prstGeom prst="rect">
            <a:avLst/>
          </a:prstGeom>
          <a:noFill/>
        </p:spPr>
      </p:pic>
      <p:sp>
        <p:nvSpPr>
          <p:cNvPr id="14" name="Disclaimer">
            <a:extLst>
              <a:ext uri="{FF2B5EF4-FFF2-40B4-BE49-F238E27FC236}">
                <a16:creationId xmlns:a16="http://schemas.microsoft.com/office/drawing/2014/main" id="{7109CA11-EF36-5202-0223-1BB7D2A9B890}"/>
              </a:ext>
            </a:extLst>
          </p:cNvPr>
          <p:cNvSpPr txBox="1"/>
          <p:nvPr/>
        </p:nvSpPr>
        <p:spPr>
          <a:xfrm>
            <a:off x="8205216" y="6429375"/>
            <a:ext cx="3209544" cy="228600"/>
          </a:xfrm>
          <a:prstGeom prst="rect">
            <a:avLst/>
          </a:prstGeom>
          <a:noFill/>
        </p:spPr>
        <p:txBody>
          <a:bodyPr wrap="square" lIns="0" tIns="0" rIns="0" bIns="9144" rtlCol="0" anchor="b" anchorCtr="0">
            <a:noAutofit/>
          </a:bodyPr>
          <a:lstStyle/>
          <a:p>
            <a:pPr marL="0" indent="0" algn="r">
              <a:lnSpc>
                <a:spcPct val="100000"/>
              </a:lnSpc>
              <a:spcBef>
                <a:spcPts val="0"/>
              </a:spcBef>
              <a:buSzPct val="100000"/>
              <a:buFontTx/>
              <a:buNone/>
            </a:pPr>
            <a:r>
              <a:rPr lang="en-US" sz="800" b="0"/>
              <a:t>Internal Use Only</a:t>
            </a:r>
          </a:p>
        </p:txBody>
      </p:sp>
      <p:sp>
        <p:nvSpPr>
          <p:cNvPr id="7" name="Slide Number Placeholder 5">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2062529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12">
          <p15:clr>
            <a:srgbClr val="FBAE40"/>
          </p15:clr>
        </p15:guide>
        <p15:guide id="3" pos="2322">
          <p15:clr>
            <a:srgbClr val="FBAE40"/>
          </p15:clr>
        </p15:guide>
        <p15:guide id="4" pos="4982">
          <p15:clr>
            <a:srgbClr val="FBAE40"/>
          </p15:clr>
        </p15:guide>
        <p15:guide id="5" pos="516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Half Amber">
    <p:bg>
      <p:bgRef idx="1001">
        <a:schemeClr val="bg1"/>
      </p:bgRef>
    </p:bg>
    <p:spTree>
      <p:nvGrpSpPr>
        <p:cNvPr id="1" name=""/>
        <p:cNvGrpSpPr/>
        <p:nvPr/>
      </p:nvGrpSpPr>
      <p:grpSpPr>
        <a:xfrm>
          <a:off x="0" y="0"/>
          <a:ext cx="0" cy="0"/>
          <a:chOff x="0" y="0"/>
          <a:chExt cx="0" cy="0"/>
        </a:xfrm>
      </p:grpSpPr>
      <p:sp>
        <p:nvSpPr>
          <p:cNvPr id="7" name="Cover Up">
            <a:extLst>
              <a:ext uri="{FF2B5EF4-FFF2-40B4-BE49-F238E27FC236}">
                <a16:creationId xmlns:a16="http://schemas.microsoft.com/office/drawing/2014/main" id="{1D38CDDD-0E03-2B8C-84C6-9FC19475B227}"/>
              </a:ext>
              <a:ext uri="{C183D7F6-B498-43B3-948B-1728B52AA6E4}">
                <adec:decorative xmlns:adec="http://schemas.microsoft.com/office/drawing/2017/decorative" val="1"/>
              </a:ext>
            </a:extLst>
          </p:cNvPr>
          <p:cNvSpPr/>
          <p:nvPr/>
        </p:nvSpPr>
        <p:spPr bwMode="white">
          <a:xfrm>
            <a:off x="5794248" y="6126480"/>
            <a:ext cx="6397752" cy="731520"/>
          </a:xfrm>
          <a:prstGeom prst="rect">
            <a:avLst/>
          </a:prstGeom>
          <a:solidFill>
            <a:srgbClr val="FFFFFF"/>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13" name="Rectangle">
            <a:extLst>
              <a:ext uri="{FF2B5EF4-FFF2-40B4-BE49-F238E27FC236}">
                <a16:creationId xmlns:a16="http://schemas.microsoft.com/office/drawing/2014/main" id="{E80A1255-4A86-3883-3C46-D36D958CF175}"/>
              </a:ext>
              <a:ext uri="{C183D7F6-B498-43B3-948B-1728B52AA6E4}">
                <adec:decorative xmlns:adec="http://schemas.microsoft.com/office/drawing/2017/decorative" val="1"/>
              </a:ext>
            </a:extLst>
          </p:cNvPr>
          <p:cNvSpPr/>
          <p:nvPr/>
        </p:nvSpPr>
        <p:spPr bwMode="hidden">
          <a:xfrm>
            <a:off x="-1" y="0"/>
            <a:ext cx="12191999" cy="3429000"/>
          </a:xfrm>
          <a:prstGeom prst="rect">
            <a:avLst/>
          </a:prstGeom>
          <a:solidFill>
            <a:srgbClr val="FFAC25"/>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3" name="Title 1">
            <a:extLst>
              <a:ext uri="{FF2B5EF4-FFF2-40B4-BE49-F238E27FC236}">
                <a16:creationId xmlns:a16="http://schemas.microsoft.com/office/drawing/2014/main" id="{7A42BF72-69F7-17D7-EBAA-B2CA9FE4370A}"/>
              </a:ext>
            </a:extLst>
          </p:cNvPr>
          <p:cNvSpPr>
            <a:spLocks noGrp="1"/>
          </p:cNvSpPr>
          <p:nvPr>
            <p:ph type="title" hasCustomPrompt="1"/>
          </p:nvPr>
        </p:nvSpPr>
        <p:spPr>
          <a:xfrm>
            <a:off x="365760" y="365760"/>
            <a:ext cx="11460480" cy="914400"/>
          </a:xfrm>
        </p:spPr>
        <p:txBody>
          <a:bodyPr/>
          <a:lstStyle/>
          <a:p>
            <a:r>
              <a:rPr lang="en-US"/>
              <a:t>[Slide title]</a:t>
            </a:r>
          </a:p>
        </p:txBody>
      </p:sp>
      <p:sp>
        <p:nvSpPr>
          <p:cNvPr id="10" name="Content Placeholder 2">
            <a:extLst>
              <a:ext uri="{FF2B5EF4-FFF2-40B4-BE49-F238E27FC236}">
                <a16:creationId xmlns:a16="http://schemas.microsoft.com/office/drawing/2014/main" id="{7C1AF46F-6E4B-5C16-9B16-15B412F7CD12}"/>
              </a:ext>
            </a:extLst>
          </p:cNvPr>
          <p:cNvSpPr>
            <a:spLocks noGrp="1"/>
          </p:cNvSpPr>
          <p:nvPr>
            <p:ph sz="quarter" idx="16"/>
          </p:nvPr>
        </p:nvSpPr>
        <p:spPr>
          <a:xfrm>
            <a:off x="365125" y="1552575"/>
            <a:ext cx="8522208" cy="1600200"/>
          </a:xfrm>
        </p:spPr>
        <p:txBody>
          <a:bodyPr/>
          <a:lstStyle>
            <a:lvl1pPr marL="0" indent="0">
              <a:spcBef>
                <a:spcPts val="1200"/>
              </a:spcBef>
              <a:buFontTx/>
              <a:buNone/>
              <a:defRPr/>
            </a:lvl1pPr>
            <a:lvl2pPr marL="0" indent="0">
              <a:spcBef>
                <a:spcPts val="1200"/>
              </a:spcBef>
              <a:buFontTx/>
              <a:buNone/>
              <a:defRPr/>
            </a:lvl2pPr>
            <a:lvl3pPr marL="0" indent="0">
              <a:spcBef>
                <a:spcPts val="1200"/>
              </a:spcBef>
              <a:buFontTx/>
              <a:buNone/>
              <a:defRPr/>
            </a:lvl3pPr>
            <a:lvl4pPr marL="0" indent="0">
              <a:spcBef>
                <a:spcPts val="1200"/>
              </a:spcBef>
              <a:buFontTx/>
              <a:buNone/>
              <a:defRPr/>
            </a:lvl4pPr>
            <a:lvl5pPr marL="0" indent="0">
              <a:spcBef>
                <a:spcPts val="1200"/>
              </a:spcBef>
              <a:buFontTx/>
              <a:buNone/>
              <a:defRPr/>
            </a:lvl5pPr>
            <a:lvl6pPr marL="0" indent="0">
              <a:spcBef>
                <a:spcPts val="1200"/>
              </a:spcBef>
              <a:buFontTx/>
              <a:buNone/>
              <a:defRPr/>
            </a:lvl6pPr>
            <a:lvl7pPr marL="0" indent="0">
              <a:spcBef>
                <a:spcPts val="1200"/>
              </a:spcBef>
              <a:buFontTx/>
              <a:buNone/>
              <a:defRPr/>
            </a:lvl7pPr>
            <a:lvl8pPr marL="0" indent="0">
              <a:spcBef>
                <a:spcPts val="1200"/>
              </a:spcBef>
              <a:buFontTx/>
              <a:buNone/>
              <a:defRPr/>
            </a:lvl8pPr>
            <a:lvl9pPr marL="0" indent="0">
              <a:spcBef>
                <a:spcPts val="1200"/>
              </a:spcBef>
              <a:buFontTx/>
              <a:buNone/>
              <a:defRPr/>
            </a:lvl9pPr>
          </a:lstStyle>
          <a:p>
            <a:pPr lvl="0"/>
            <a:r>
              <a:rPr lang="en-US"/>
              <a:t>Click to edit Master text styles</a:t>
            </a:r>
          </a:p>
        </p:txBody>
      </p:sp>
      <p:cxnSp>
        <p:nvCxnSpPr>
          <p:cNvPr id="2" name="Line">
            <a:extLst>
              <a:ext uri="{FF2B5EF4-FFF2-40B4-BE49-F238E27FC236}">
                <a16:creationId xmlns:a16="http://schemas.microsoft.com/office/drawing/2014/main" id="{0295F088-F16E-DFB5-4B33-BEF70204C988}"/>
              </a:ext>
              <a:ext uri="{C183D7F6-B498-43B3-948B-1728B52AA6E4}">
                <adec:decorative xmlns:adec="http://schemas.microsoft.com/office/drawing/2017/decorative" val="1"/>
              </a:ext>
            </a:extLst>
          </p:cNvPr>
          <p:cNvCxnSpPr>
            <a:cxnSpLocks/>
          </p:cNvCxnSpPr>
          <p:nvPr/>
        </p:nvCxnSpPr>
        <p:spPr>
          <a:xfrm>
            <a:off x="365124" y="3840480"/>
            <a:ext cx="5426076" cy="0"/>
          </a:xfrm>
          <a:prstGeom prst="line">
            <a:avLst/>
          </a:prstGeom>
          <a:ln w="28575" cap="rnd">
            <a:solidFill>
              <a:srgbClr val="BE2BBB"/>
            </a:solidFill>
          </a:ln>
        </p:spPr>
        <p:style>
          <a:lnRef idx="1">
            <a:schemeClr val="accent1"/>
          </a:lnRef>
          <a:fillRef idx="0">
            <a:schemeClr val="accent1"/>
          </a:fillRef>
          <a:effectRef idx="0">
            <a:srgbClr val="000000"/>
          </a:effectRef>
          <a:fontRef idx="minor">
            <a:schemeClr val="lt1"/>
          </a:fontRef>
        </p:style>
      </p:cxnSp>
      <p:sp>
        <p:nvSpPr>
          <p:cNvPr id="11" name="Text Placeholder 3">
            <a:extLst>
              <a:ext uri="{FF2B5EF4-FFF2-40B4-BE49-F238E27FC236}">
                <a16:creationId xmlns:a16="http://schemas.microsoft.com/office/drawing/2014/main" id="{5967D573-6751-6FDD-DCAA-8E1A819747B7}"/>
              </a:ext>
            </a:extLst>
          </p:cNvPr>
          <p:cNvSpPr>
            <a:spLocks noGrp="1"/>
          </p:cNvSpPr>
          <p:nvPr>
            <p:ph type="body" sz="quarter" idx="17" hasCustomPrompt="1"/>
          </p:nvPr>
        </p:nvSpPr>
        <p:spPr>
          <a:xfrm>
            <a:off x="365123" y="3977637"/>
            <a:ext cx="2286000" cy="2148840"/>
          </a:xfrm>
        </p:spPr>
        <p:txBody>
          <a:bodyPr/>
          <a:lstStyle>
            <a:lvl1pPr marL="0" indent="0">
              <a:lnSpc>
                <a:spcPct val="85000"/>
              </a:lnSpc>
              <a:spcBef>
                <a:spcPts val="0"/>
              </a:spcBef>
              <a:buFontTx/>
              <a:buNone/>
              <a:defRPr sz="7200" b="1">
                <a:solidFill>
                  <a:srgbClr val="BE2BBB"/>
                </a:solidFill>
              </a:defRPr>
            </a:lvl1pPr>
            <a:lvl2pPr marL="0" indent="0">
              <a:lnSpc>
                <a:spcPct val="85000"/>
              </a:lnSpc>
              <a:spcBef>
                <a:spcPts val="0"/>
              </a:spcBef>
              <a:buFontTx/>
              <a:buNone/>
              <a:defRPr sz="7200" b="1">
                <a:solidFill>
                  <a:srgbClr val="BE2BBB"/>
                </a:solidFill>
              </a:defRPr>
            </a:lvl2pPr>
            <a:lvl3pPr marL="0" indent="0">
              <a:lnSpc>
                <a:spcPct val="85000"/>
              </a:lnSpc>
              <a:spcBef>
                <a:spcPts val="0"/>
              </a:spcBef>
              <a:buFontTx/>
              <a:buNone/>
              <a:defRPr sz="7200" b="1">
                <a:solidFill>
                  <a:srgbClr val="BE2BBB"/>
                </a:solidFill>
              </a:defRPr>
            </a:lvl3pPr>
            <a:lvl4pPr marL="0" indent="0">
              <a:lnSpc>
                <a:spcPct val="85000"/>
              </a:lnSpc>
              <a:spcBef>
                <a:spcPts val="0"/>
              </a:spcBef>
              <a:buFontTx/>
              <a:buNone/>
              <a:defRPr sz="7200" b="1">
                <a:solidFill>
                  <a:srgbClr val="BE2BBB"/>
                </a:solidFill>
              </a:defRPr>
            </a:lvl4pPr>
            <a:lvl5pPr marL="0" indent="0">
              <a:lnSpc>
                <a:spcPct val="85000"/>
              </a:lnSpc>
              <a:spcBef>
                <a:spcPts val="0"/>
              </a:spcBef>
              <a:buFontTx/>
              <a:buNone/>
              <a:defRPr sz="7200" b="1">
                <a:solidFill>
                  <a:srgbClr val="BE2BBB"/>
                </a:solidFill>
              </a:defRPr>
            </a:lvl5pPr>
            <a:lvl6pPr marL="0" indent="0">
              <a:lnSpc>
                <a:spcPct val="85000"/>
              </a:lnSpc>
              <a:spcBef>
                <a:spcPts val="0"/>
              </a:spcBef>
              <a:buFontTx/>
              <a:buNone/>
              <a:defRPr sz="7200" b="1">
                <a:solidFill>
                  <a:srgbClr val="BE2BBB"/>
                </a:solidFill>
              </a:defRPr>
            </a:lvl6pPr>
            <a:lvl7pPr marL="0" indent="0">
              <a:lnSpc>
                <a:spcPct val="85000"/>
              </a:lnSpc>
              <a:spcBef>
                <a:spcPts val="0"/>
              </a:spcBef>
              <a:buFontTx/>
              <a:buNone/>
              <a:defRPr sz="7200" b="1">
                <a:solidFill>
                  <a:srgbClr val="BE2BBB"/>
                </a:solidFill>
              </a:defRPr>
            </a:lvl7pPr>
            <a:lvl8pPr marL="0" indent="0">
              <a:lnSpc>
                <a:spcPct val="85000"/>
              </a:lnSpc>
              <a:spcBef>
                <a:spcPts val="0"/>
              </a:spcBef>
              <a:buFontTx/>
              <a:buNone/>
              <a:defRPr sz="7200" b="1">
                <a:solidFill>
                  <a:srgbClr val="BE2BBB"/>
                </a:solidFill>
              </a:defRPr>
            </a:lvl8pPr>
            <a:lvl9pPr marL="0" indent="0">
              <a:lnSpc>
                <a:spcPct val="85000"/>
              </a:lnSpc>
              <a:spcBef>
                <a:spcPts val="0"/>
              </a:spcBef>
              <a:buFontTx/>
              <a:buNone/>
              <a:defRPr sz="7200" b="1">
                <a:solidFill>
                  <a:srgbClr val="BE2BBB"/>
                </a:solidFill>
              </a:defRPr>
            </a:lvl9pPr>
          </a:lstStyle>
          <a:p>
            <a:pPr lvl="0"/>
            <a:r>
              <a:rPr lang="en-US"/>
              <a:t>[00]</a:t>
            </a:r>
          </a:p>
        </p:txBody>
      </p:sp>
      <p:sp>
        <p:nvSpPr>
          <p:cNvPr id="15" name="Text Placeholder 4">
            <a:extLst>
              <a:ext uri="{FF2B5EF4-FFF2-40B4-BE49-F238E27FC236}">
                <a16:creationId xmlns:a16="http://schemas.microsoft.com/office/drawing/2014/main" id="{943A5A63-6FB6-1B5B-4ECB-D42863369BB4}"/>
              </a:ext>
            </a:extLst>
          </p:cNvPr>
          <p:cNvSpPr>
            <a:spLocks noGrp="1"/>
          </p:cNvSpPr>
          <p:nvPr>
            <p:ph type="body" sz="quarter" idx="18"/>
          </p:nvPr>
        </p:nvSpPr>
        <p:spPr>
          <a:xfrm>
            <a:off x="2952875" y="3977636"/>
            <a:ext cx="2834640" cy="2148840"/>
          </a:xfrm>
        </p:spPr>
        <p:txBody>
          <a:bodyPr/>
          <a:lstStyle>
            <a:lvl1pPr marL="0" indent="0">
              <a:spcBef>
                <a:spcPts val="1200"/>
              </a:spcBef>
              <a:buFontTx/>
              <a:buNone/>
              <a:defRPr sz="1600"/>
            </a:lvl1pPr>
            <a:lvl2pPr marL="0" indent="0">
              <a:spcBef>
                <a:spcPts val="1200"/>
              </a:spcBef>
              <a:buFontTx/>
              <a:buNone/>
              <a:defRPr sz="1600"/>
            </a:lvl2pPr>
            <a:lvl3pPr marL="0" indent="0">
              <a:spcBef>
                <a:spcPts val="1200"/>
              </a:spcBef>
              <a:buFontTx/>
              <a:buNone/>
              <a:defRPr sz="1600"/>
            </a:lvl3pPr>
            <a:lvl4pPr marL="0" indent="0">
              <a:spcBef>
                <a:spcPts val="1200"/>
              </a:spcBef>
              <a:buFontTx/>
              <a:buNone/>
              <a:defRPr sz="1600"/>
            </a:lvl4pPr>
            <a:lvl5pPr marL="0" indent="0">
              <a:spcBef>
                <a:spcPts val="1200"/>
              </a:spcBef>
              <a:buFontTx/>
              <a:buNone/>
              <a:defRPr sz="1600"/>
            </a:lvl5pPr>
            <a:lvl6pPr marL="0" indent="0">
              <a:spcBef>
                <a:spcPts val="1200"/>
              </a:spcBef>
              <a:buFontTx/>
              <a:buNone/>
              <a:defRPr sz="1600"/>
            </a:lvl6pPr>
            <a:lvl7pPr marL="0" indent="0">
              <a:spcBef>
                <a:spcPts val="1200"/>
              </a:spcBef>
              <a:buFontTx/>
              <a:buNone/>
              <a:defRPr sz="1600"/>
            </a:lvl7pPr>
            <a:lvl8pPr marL="0" indent="0">
              <a:spcBef>
                <a:spcPts val="1200"/>
              </a:spcBef>
              <a:buFontTx/>
              <a:buNone/>
              <a:defRPr sz="1600"/>
            </a:lvl8pPr>
            <a:lvl9pPr marL="0" indent="0">
              <a:spcBef>
                <a:spcPts val="1200"/>
              </a:spcBef>
              <a:buFontTx/>
              <a:buNone/>
              <a:defRPr sz="1600"/>
            </a:lvl9pPr>
          </a:lstStyle>
          <a:p>
            <a:pPr lvl="0"/>
            <a:r>
              <a:rPr lang="en-US"/>
              <a:t>Click to edit Master text styles</a:t>
            </a:r>
          </a:p>
        </p:txBody>
      </p:sp>
      <p:sp>
        <p:nvSpPr>
          <p:cNvPr id="4" name="Picture Placeholder 5">
            <a:extLst>
              <a:ext uri="{FF2B5EF4-FFF2-40B4-BE49-F238E27FC236}">
                <a16:creationId xmlns:a16="http://schemas.microsoft.com/office/drawing/2014/main" id="{FC284B60-5BFE-6E1F-41B5-858A615318B7}"/>
              </a:ext>
            </a:extLst>
          </p:cNvPr>
          <p:cNvSpPr>
            <a:spLocks noGrp="1"/>
          </p:cNvSpPr>
          <p:nvPr>
            <p:ph type="pic" sz="quarter" idx="13"/>
          </p:nvPr>
        </p:nvSpPr>
        <p:spPr>
          <a:xfrm>
            <a:off x="6096001" y="3425190"/>
            <a:ext cx="6096000" cy="3432809"/>
          </a:xfrm>
          <a:solidFill>
            <a:srgbClr val="BFBFBF"/>
          </a:solidFill>
        </p:spPr>
        <p:txBody>
          <a:bodyPr anchor="ctr" anchorCtr="0">
            <a:normAutofit/>
          </a:bodyPr>
          <a:lstStyle>
            <a:lvl1pPr marL="0" indent="0" algn="ctr">
              <a:spcBef>
                <a:spcPts val="0"/>
              </a:spcBef>
              <a:buFontTx/>
              <a:buNone/>
              <a:defRPr sz="1200">
                <a:solidFill>
                  <a:srgbClr val="595454"/>
                </a:solidFill>
              </a:defRPr>
            </a:lvl1pPr>
          </a:lstStyle>
          <a:p>
            <a:r>
              <a:rPr lang="en-US"/>
              <a:t>Click icon to add picture</a:t>
            </a:r>
          </a:p>
        </p:txBody>
      </p:sp>
      <p:sp>
        <p:nvSpPr>
          <p:cNvPr id="6" name="Slide Number Placeholder 6">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lvl1pPr>
              <a:defRPr>
                <a:solidFill>
                  <a:schemeClr val="tx1"/>
                </a:solidFill>
              </a:defRPr>
            </a:lvl1pPr>
          </a:lstStyle>
          <a:p>
            <a:fld id="{FC8AEAA6-477F-478D-8487-87ED88CBDFAC}" type="slidenum">
              <a:rPr lang="en-US" smtClean="0"/>
              <a:t>‹#›</a:t>
            </a:fld>
            <a:endParaRPr lang="en-US"/>
          </a:p>
        </p:txBody>
      </p:sp>
    </p:spTree>
    <p:extLst>
      <p:ext uri="{BB962C8B-B14F-4D97-AF65-F5344CB8AC3E}">
        <p14:creationId xmlns:p14="http://schemas.microsoft.com/office/powerpoint/2010/main" val="13013822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3840">
          <p15:clr>
            <a:srgbClr val="FBAE40"/>
          </p15:clr>
        </p15:guide>
        <p15:guide id="5" pos="3648">
          <p15:clr>
            <a:srgbClr val="FBAE40"/>
          </p15:clr>
        </p15:guide>
        <p15:guide id="6" pos="403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Half Peach">
    <p:bg>
      <p:bgRef idx="1001">
        <a:schemeClr val="bg1"/>
      </p:bgRef>
    </p:bg>
    <p:spTree>
      <p:nvGrpSpPr>
        <p:cNvPr id="1" name=""/>
        <p:cNvGrpSpPr/>
        <p:nvPr/>
      </p:nvGrpSpPr>
      <p:grpSpPr>
        <a:xfrm>
          <a:off x="0" y="0"/>
          <a:ext cx="0" cy="0"/>
          <a:chOff x="0" y="0"/>
          <a:chExt cx="0" cy="0"/>
        </a:xfrm>
      </p:grpSpPr>
      <p:sp>
        <p:nvSpPr>
          <p:cNvPr id="7" name="Cover Up">
            <a:extLst>
              <a:ext uri="{FF2B5EF4-FFF2-40B4-BE49-F238E27FC236}">
                <a16:creationId xmlns:a16="http://schemas.microsoft.com/office/drawing/2014/main" id="{C07DB488-85A4-0E13-88B9-A282A15FCAAF}"/>
              </a:ext>
              <a:ext uri="{C183D7F6-B498-43B3-948B-1728B52AA6E4}">
                <adec:decorative xmlns:adec="http://schemas.microsoft.com/office/drawing/2017/decorative" val="1"/>
              </a:ext>
            </a:extLst>
          </p:cNvPr>
          <p:cNvSpPr/>
          <p:nvPr/>
        </p:nvSpPr>
        <p:spPr bwMode="white">
          <a:xfrm>
            <a:off x="5788152" y="6126480"/>
            <a:ext cx="6403847" cy="731520"/>
          </a:xfrm>
          <a:prstGeom prst="rect">
            <a:avLst/>
          </a:prstGeom>
          <a:solidFill>
            <a:srgbClr val="FFFFFF"/>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13" name="Rectangle">
            <a:extLst>
              <a:ext uri="{FF2B5EF4-FFF2-40B4-BE49-F238E27FC236}">
                <a16:creationId xmlns:a16="http://schemas.microsoft.com/office/drawing/2014/main" id="{E80A1255-4A86-3883-3C46-D36D958CF175}"/>
              </a:ext>
              <a:ext uri="{C183D7F6-B498-43B3-948B-1728B52AA6E4}">
                <adec:decorative xmlns:adec="http://schemas.microsoft.com/office/drawing/2017/decorative" val="1"/>
              </a:ext>
            </a:extLst>
          </p:cNvPr>
          <p:cNvSpPr/>
          <p:nvPr/>
        </p:nvSpPr>
        <p:spPr bwMode="hidden">
          <a:xfrm>
            <a:off x="6092952" y="0"/>
            <a:ext cx="6099048" cy="6858000"/>
          </a:xfrm>
          <a:prstGeom prst="rect">
            <a:avLst/>
          </a:prstGeom>
          <a:solidFill>
            <a:srgbClr val="DF603A"/>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3" name="Picture Placeholder 1">
            <a:extLst>
              <a:ext uri="{FF2B5EF4-FFF2-40B4-BE49-F238E27FC236}">
                <a16:creationId xmlns:a16="http://schemas.microsoft.com/office/drawing/2014/main" id="{4383470F-F3FC-D47B-5F8E-9F630167D5C9}"/>
              </a:ext>
            </a:extLst>
          </p:cNvPr>
          <p:cNvSpPr>
            <a:spLocks noGrp="1"/>
          </p:cNvSpPr>
          <p:nvPr>
            <p:ph type="pic" sz="quarter" idx="15"/>
          </p:nvPr>
        </p:nvSpPr>
        <p:spPr>
          <a:xfrm>
            <a:off x="0" y="0"/>
            <a:ext cx="6096000" cy="3432809"/>
          </a:xfrm>
          <a:solidFill>
            <a:srgbClr val="BFBFBF"/>
          </a:solidFill>
        </p:spPr>
        <p:txBody>
          <a:bodyPr anchor="ctr" anchorCtr="0">
            <a:normAutofit/>
          </a:bodyPr>
          <a:lstStyle>
            <a:lvl1pPr marL="0" indent="0" algn="ctr">
              <a:spcBef>
                <a:spcPts val="0"/>
              </a:spcBef>
              <a:buFontTx/>
              <a:buNone/>
              <a:defRPr sz="1200">
                <a:solidFill>
                  <a:srgbClr val="595454"/>
                </a:solidFill>
              </a:defRPr>
            </a:lvl1pPr>
          </a:lstStyle>
          <a:p>
            <a:r>
              <a:rPr lang="en-US"/>
              <a:t>Click icon to add picture</a:t>
            </a:r>
          </a:p>
        </p:txBody>
      </p:sp>
      <p:cxnSp>
        <p:nvCxnSpPr>
          <p:cNvPr id="10" name="Line">
            <a:extLst>
              <a:ext uri="{FF2B5EF4-FFF2-40B4-BE49-F238E27FC236}">
                <a16:creationId xmlns:a16="http://schemas.microsoft.com/office/drawing/2014/main" id="{ECAF78EE-5681-2857-DEC2-B1703BFBB041}"/>
              </a:ext>
              <a:ext uri="{C183D7F6-B498-43B3-948B-1728B52AA6E4}">
                <adec:decorative xmlns:adec="http://schemas.microsoft.com/office/drawing/2017/decorative" val="1"/>
              </a:ext>
            </a:extLst>
          </p:cNvPr>
          <p:cNvCxnSpPr>
            <a:cxnSpLocks/>
          </p:cNvCxnSpPr>
          <p:nvPr/>
        </p:nvCxnSpPr>
        <p:spPr>
          <a:xfrm>
            <a:off x="365125" y="4295772"/>
            <a:ext cx="4069080" cy="0"/>
          </a:xfrm>
          <a:prstGeom prst="line">
            <a:avLst/>
          </a:prstGeom>
          <a:ln w="28575" cap="rnd">
            <a:solidFill>
              <a:srgbClr val="BE2BBB"/>
            </a:solidFill>
          </a:ln>
        </p:spPr>
        <p:style>
          <a:lnRef idx="1">
            <a:schemeClr val="accent1"/>
          </a:lnRef>
          <a:fillRef idx="0">
            <a:schemeClr val="accent1"/>
          </a:fillRef>
          <a:effectRef idx="0">
            <a:srgbClr val="000000"/>
          </a:effectRef>
          <a:fontRef idx="minor">
            <a:schemeClr val="lt1"/>
          </a:fontRef>
        </p:style>
      </p:cxnSp>
      <p:sp>
        <p:nvSpPr>
          <p:cNvPr id="11" name="Text Placeholder 2">
            <a:extLst>
              <a:ext uri="{FF2B5EF4-FFF2-40B4-BE49-F238E27FC236}">
                <a16:creationId xmlns:a16="http://schemas.microsoft.com/office/drawing/2014/main" id="{95A1DE56-278E-83D5-433E-8EB136D2EE7A}"/>
              </a:ext>
            </a:extLst>
          </p:cNvPr>
          <p:cNvSpPr>
            <a:spLocks noGrp="1"/>
          </p:cNvSpPr>
          <p:nvPr>
            <p:ph type="body" sz="quarter" idx="16"/>
          </p:nvPr>
        </p:nvSpPr>
        <p:spPr>
          <a:xfrm>
            <a:off x="365125" y="4389120"/>
            <a:ext cx="4069080" cy="1737353"/>
          </a:xfrm>
        </p:spPr>
        <p:txBody>
          <a:bodyPr/>
          <a:lstStyle>
            <a:lvl1pPr marL="0" indent="0">
              <a:spcBef>
                <a:spcPts val="1200"/>
              </a:spcBef>
              <a:buFontTx/>
              <a:buNone/>
              <a:defRPr sz="2400">
                <a:solidFill>
                  <a:schemeClr val="tx1"/>
                </a:solidFill>
              </a:defRPr>
            </a:lvl1pPr>
            <a:lvl2pPr marL="0" indent="0">
              <a:spcBef>
                <a:spcPts val="1200"/>
              </a:spcBef>
              <a:buFontTx/>
              <a:buNone/>
              <a:defRPr sz="2400">
                <a:solidFill>
                  <a:schemeClr val="tx1"/>
                </a:solidFill>
              </a:defRPr>
            </a:lvl2pPr>
            <a:lvl3pPr marL="0" indent="0">
              <a:spcBef>
                <a:spcPts val="1200"/>
              </a:spcBef>
              <a:buFontTx/>
              <a:buNone/>
              <a:defRPr sz="2400">
                <a:solidFill>
                  <a:schemeClr val="tx1"/>
                </a:solidFill>
              </a:defRPr>
            </a:lvl3pPr>
            <a:lvl4pPr marL="0" indent="0">
              <a:spcBef>
                <a:spcPts val="1200"/>
              </a:spcBef>
              <a:buFontTx/>
              <a:buNone/>
              <a:defRPr sz="2400">
                <a:solidFill>
                  <a:schemeClr val="tx1"/>
                </a:solidFill>
              </a:defRPr>
            </a:lvl4pPr>
            <a:lvl5pPr marL="0" indent="0">
              <a:spcBef>
                <a:spcPts val="1200"/>
              </a:spcBef>
              <a:buFontTx/>
              <a:buNone/>
              <a:defRPr sz="2400">
                <a:solidFill>
                  <a:schemeClr val="tx1"/>
                </a:solidFill>
              </a:defRPr>
            </a:lvl5pPr>
            <a:lvl6pPr marL="0" indent="0">
              <a:spcBef>
                <a:spcPts val="1200"/>
              </a:spcBef>
              <a:buFontTx/>
              <a:buNone/>
              <a:defRPr sz="2400">
                <a:solidFill>
                  <a:schemeClr val="tx1"/>
                </a:solidFill>
              </a:defRPr>
            </a:lvl6pPr>
            <a:lvl7pPr marL="0" indent="0">
              <a:spcBef>
                <a:spcPts val="1200"/>
              </a:spcBef>
              <a:buFontTx/>
              <a:buNone/>
              <a:defRPr sz="2400">
                <a:solidFill>
                  <a:schemeClr val="tx1"/>
                </a:solidFill>
              </a:defRPr>
            </a:lvl7pPr>
            <a:lvl8pPr marL="0" indent="0">
              <a:spcBef>
                <a:spcPts val="1200"/>
              </a:spcBef>
              <a:buFontTx/>
              <a:buNone/>
              <a:defRPr sz="2400">
                <a:solidFill>
                  <a:schemeClr val="tx1"/>
                </a:solidFill>
              </a:defRPr>
            </a:lvl8pPr>
            <a:lvl9pPr marL="0" indent="0">
              <a:spcBef>
                <a:spcPts val="1200"/>
              </a:spcBef>
              <a:buFontTx/>
              <a:buNone/>
              <a:defRPr sz="2400">
                <a:solidFill>
                  <a:schemeClr val="tx1"/>
                </a:solidFill>
              </a:defRPr>
            </a:lvl9pPr>
          </a:lstStyle>
          <a:p>
            <a:pPr lvl="0"/>
            <a:r>
              <a:rPr lang="en-US"/>
              <a:t>Click to edit Master text styles</a:t>
            </a:r>
          </a:p>
        </p:txBody>
      </p:sp>
      <p:sp>
        <p:nvSpPr>
          <p:cNvPr id="2" name="Title 3">
            <a:extLst>
              <a:ext uri="{FF2B5EF4-FFF2-40B4-BE49-F238E27FC236}">
                <a16:creationId xmlns:a16="http://schemas.microsoft.com/office/drawing/2014/main" id="{4577D43C-8061-4F4B-A58C-537B44EA7F0E}"/>
              </a:ext>
            </a:extLst>
          </p:cNvPr>
          <p:cNvSpPr>
            <a:spLocks noGrp="1"/>
          </p:cNvSpPr>
          <p:nvPr>
            <p:ph type="title" hasCustomPrompt="1"/>
          </p:nvPr>
        </p:nvSpPr>
        <p:spPr>
          <a:xfrm>
            <a:off x="6403848" y="365760"/>
            <a:ext cx="5422392" cy="914400"/>
          </a:xfrm>
        </p:spPr>
        <p:txBody>
          <a:bodyPr/>
          <a:lstStyle>
            <a:lvl1pPr>
              <a:defRPr>
                <a:solidFill>
                  <a:schemeClr val="bg1"/>
                </a:solidFill>
              </a:defRPr>
            </a:lvl1pPr>
          </a:lstStyle>
          <a:p>
            <a:r>
              <a:rPr lang="en-US"/>
              <a:t>[Slide title]</a:t>
            </a:r>
          </a:p>
        </p:txBody>
      </p:sp>
      <p:sp>
        <p:nvSpPr>
          <p:cNvPr id="14" name="Text Placeholder 4">
            <a:extLst>
              <a:ext uri="{FF2B5EF4-FFF2-40B4-BE49-F238E27FC236}">
                <a16:creationId xmlns:a16="http://schemas.microsoft.com/office/drawing/2014/main" id="{9B8EDD33-37E0-1B52-56AA-DAF2AE55698B}"/>
              </a:ext>
            </a:extLst>
          </p:cNvPr>
          <p:cNvSpPr>
            <a:spLocks noGrp="1"/>
          </p:cNvSpPr>
          <p:nvPr>
            <p:ph type="body" sz="quarter" idx="14"/>
          </p:nvPr>
        </p:nvSpPr>
        <p:spPr>
          <a:xfrm>
            <a:off x="6403848" y="3425824"/>
            <a:ext cx="4069079" cy="2700655"/>
          </a:xfrm>
        </p:spPr>
        <p:txBody>
          <a:bodyPr/>
          <a:lstStyle>
            <a:lvl1pPr marL="0" indent="0">
              <a:spcBef>
                <a:spcPts val="1200"/>
              </a:spcBef>
              <a:buFontTx/>
              <a:buNone/>
              <a:defRPr sz="1400">
                <a:solidFill>
                  <a:schemeClr val="bg1"/>
                </a:solidFill>
              </a:defRPr>
            </a:lvl1pPr>
            <a:lvl2pPr marL="0" indent="0">
              <a:spcBef>
                <a:spcPts val="1200"/>
              </a:spcBef>
              <a:buFontTx/>
              <a:buNone/>
              <a:defRPr sz="1400">
                <a:solidFill>
                  <a:schemeClr val="bg1"/>
                </a:solidFill>
              </a:defRPr>
            </a:lvl2pPr>
            <a:lvl3pPr marL="0" indent="0">
              <a:spcBef>
                <a:spcPts val="1200"/>
              </a:spcBef>
              <a:buFontTx/>
              <a:buNone/>
              <a:defRPr sz="1400">
                <a:solidFill>
                  <a:schemeClr val="bg1"/>
                </a:solidFill>
              </a:defRPr>
            </a:lvl3pPr>
            <a:lvl4pPr marL="0" indent="0">
              <a:spcBef>
                <a:spcPts val="1200"/>
              </a:spcBef>
              <a:buFontTx/>
              <a:buNone/>
              <a:defRPr sz="1400">
                <a:solidFill>
                  <a:schemeClr val="bg1"/>
                </a:solidFill>
              </a:defRPr>
            </a:lvl4pPr>
            <a:lvl5pPr marL="0" indent="0">
              <a:spcBef>
                <a:spcPts val="1200"/>
              </a:spcBef>
              <a:buFontTx/>
              <a:buNone/>
              <a:defRPr sz="1400">
                <a:solidFill>
                  <a:schemeClr val="bg1"/>
                </a:solidFill>
              </a:defRPr>
            </a:lvl5pPr>
            <a:lvl6pPr marL="0" indent="0">
              <a:spcBef>
                <a:spcPts val="1200"/>
              </a:spcBef>
              <a:buFontTx/>
              <a:buNone/>
              <a:defRPr sz="1400">
                <a:solidFill>
                  <a:schemeClr val="bg1"/>
                </a:solidFill>
              </a:defRPr>
            </a:lvl6pPr>
            <a:lvl7pPr marL="0" indent="0">
              <a:spcBef>
                <a:spcPts val="1200"/>
              </a:spcBef>
              <a:buFontTx/>
              <a:buNone/>
              <a:defRPr sz="1400">
                <a:solidFill>
                  <a:schemeClr val="bg1"/>
                </a:solidFill>
              </a:defRPr>
            </a:lvl7pPr>
            <a:lvl8pPr marL="0" indent="0">
              <a:spcBef>
                <a:spcPts val="1200"/>
              </a:spcBef>
              <a:buFontTx/>
              <a:buNone/>
              <a:defRPr sz="1400">
                <a:solidFill>
                  <a:schemeClr val="bg1"/>
                </a:solidFill>
              </a:defRPr>
            </a:lvl8pPr>
            <a:lvl9pPr marL="0" indent="0">
              <a:spcBef>
                <a:spcPts val="1200"/>
              </a:spcBef>
              <a:buFontTx/>
              <a:buNone/>
              <a:defRPr sz="1400">
                <a:solidFill>
                  <a:schemeClr val="bg1"/>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lvl1pPr>
              <a:defRPr>
                <a:solidFill>
                  <a:schemeClr val="bg1"/>
                </a:solidFill>
              </a:defRPr>
            </a:lvl1pPr>
          </a:lstStyle>
          <a:p>
            <a:fld id="{FC8AEAA6-477F-478D-8487-87ED88CBDFAC}" type="slidenum">
              <a:rPr lang="en-US" smtClean="0"/>
              <a:t>‹#›</a:t>
            </a:fld>
            <a:endParaRPr lang="en-US"/>
          </a:p>
        </p:txBody>
      </p:sp>
    </p:spTree>
    <p:extLst>
      <p:ext uri="{BB962C8B-B14F-4D97-AF65-F5344CB8AC3E}">
        <p14:creationId xmlns:p14="http://schemas.microsoft.com/office/powerpoint/2010/main" val="12581280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840">
          <p15:clr>
            <a:srgbClr val="FBAE40"/>
          </p15:clr>
        </p15:guide>
        <p15:guide id="3" pos="4030">
          <p15:clr>
            <a:srgbClr val="FBAE40"/>
          </p15:clr>
        </p15:guide>
        <p15:guide id="4" pos="364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Half Sienn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Cover Up">
            <a:extLst>
              <a:ext uri="{FF2B5EF4-FFF2-40B4-BE49-F238E27FC236}">
                <a16:creationId xmlns:a16="http://schemas.microsoft.com/office/drawing/2014/main" id="{5D8F0A08-FCC3-EDF0-F758-92ABFF3D02C3}"/>
              </a:ext>
              <a:ext uri="{C183D7F6-B498-43B3-948B-1728B52AA6E4}">
                <adec:decorative xmlns:adec="http://schemas.microsoft.com/office/drawing/2017/decorative" val="1"/>
              </a:ext>
            </a:extLst>
          </p:cNvPr>
          <p:cNvSpPr/>
          <p:nvPr/>
        </p:nvSpPr>
        <p:spPr bwMode="white">
          <a:xfrm>
            <a:off x="5794248" y="6126480"/>
            <a:ext cx="301752" cy="731520"/>
          </a:xfrm>
          <a:prstGeom prst="rect">
            <a:avLst/>
          </a:prstGeom>
          <a:solidFill>
            <a:srgbClr val="772A28"/>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4" name="Cover Up">
            <a:extLst>
              <a:ext uri="{FF2B5EF4-FFF2-40B4-BE49-F238E27FC236}">
                <a16:creationId xmlns:a16="http://schemas.microsoft.com/office/drawing/2014/main" id="{29ED2C02-EFA5-8D02-C6A4-27CE779B088F}"/>
              </a:ext>
              <a:ext uri="{C183D7F6-B498-43B3-948B-1728B52AA6E4}">
                <adec:decorative xmlns:adec="http://schemas.microsoft.com/office/drawing/2017/decorative" val="1"/>
              </a:ext>
            </a:extLst>
          </p:cNvPr>
          <p:cNvSpPr/>
          <p:nvPr/>
        </p:nvSpPr>
        <p:spPr bwMode="white">
          <a:xfrm>
            <a:off x="6096000" y="1"/>
            <a:ext cx="6095999" cy="6858000"/>
          </a:xfrm>
          <a:prstGeom prst="rect">
            <a:avLst/>
          </a:prstGeom>
          <a:solidFill>
            <a:srgbClr val="FFFFFF"/>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58" y="365760"/>
            <a:ext cx="5422392" cy="914400"/>
          </a:xfrm>
        </p:spPr>
        <p:txBody>
          <a:bodyPr/>
          <a:lstStyle>
            <a:lvl1pPr>
              <a:defRPr/>
            </a:lvl1pPr>
          </a:lstStyle>
          <a:p>
            <a:r>
              <a:rPr lang="en-US"/>
              <a:t>[Slide title]</a:t>
            </a:r>
          </a:p>
        </p:txBody>
      </p:sp>
      <p:sp>
        <p:nvSpPr>
          <p:cNvPr id="12" name="Text Placeholder 2">
            <a:extLst>
              <a:ext uri="{FF2B5EF4-FFF2-40B4-BE49-F238E27FC236}">
                <a16:creationId xmlns:a16="http://schemas.microsoft.com/office/drawing/2014/main" id="{34DF3437-BB2A-DDC8-AFED-810634A3582D}"/>
              </a:ext>
            </a:extLst>
          </p:cNvPr>
          <p:cNvSpPr>
            <a:spLocks noGrp="1"/>
          </p:cNvSpPr>
          <p:nvPr>
            <p:ph type="body" sz="quarter" idx="14"/>
          </p:nvPr>
        </p:nvSpPr>
        <p:spPr>
          <a:xfrm>
            <a:off x="365759" y="3425824"/>
            <a:ext cx="4069079" cy="2700655"/>
          </a:xfrm>
        </p:spPr>
        <p:txBody>
          <a:bodyPr/>
          <a:lstStyle>
            <a:lvl1pPr marL="0" indent="0">
              <a:spcBef>
                <a:spcPts val="1200"/>
              </a:spcBef>
              <a:buFontTx/>
              <a:buNone/>
              <a:defRPr sz="1400"/>
            </a:lvl1pPr>
            <a:lvl2pPr marL="0" indent="0">
              <a:spcBef>
                <a:spcPts val="1200"/>
              </a:spcBef>
              <a:buFontTx/>
              <a:buNone/>
              <a:defRPr sz="1400"/>
            </a:lvl2pPr>
            <a:lvl3pPr marL="0" indent="0">
              <a:spcBef>
                <a:spcPts val="1200"/>
              </a:spcBef>
              <a:buFontTx/>
              <a:buNone/>
              <a:defRPr sz="1400"/>
            </a:lvl3pPr>
            <a:lvl4pPr marL="0" indent="0">
              <a:spcBef>
                <a:spcPts val="1200"/>
              </a:spcBef>
              <a:buFontTx/>
              <a:buNone/>
              <a:defRPr sz="1400"/>
            </a:lvl4pPr>
            <a:lvl5pPr marL="0" indent="0">
              <a:spcBef>
                <a:spcPts val="1200"/>
              </a:spcBef>
              <a:buFontTx/>
              <a:buNone/>
              <a:defRPr sz="1400"/>
            </a:lvl5pPr>
            <a:lvl6pPr marL="0" indent="0">
              <a:spcBef>
                <a:spcPts val="1200"/>
              </a:spcBef>
              <a:buFontTx/>
              <a:buNone/>
              <a:defRPr sz="1400"/>
            </a:lvl6pPr>
            <a:lvl7pPr marL="0" indent="0">
              <a:spcBef>
                <a:spcPts val="1200"/>
              </a:spcBef>
              <a:buFontTx/>
              <a:buNone/>
              <a:defRPr sz="1400"/>
            </a:lvl7pPr>
            <a:lvl8pPr marL="0" indent="0">
              <a:spcBef>
                <a:spcPts val="1200"/>
              </a:spcBef>
              <a:buFontTx/>
              <a:buNone/>
              <a:defRPr sz="1400"/>
            </a:lvl8pPr>
            <a:lvl9pPr marL="0" indent="0">
              <a:spcBef>
                <a:spcPts val="1200"/>
              </a:spcBef>
              <a:buFontTx/>
              <a:buNone/>
              <a:defRPr sz="1400"/>
            </a:lvl9pPr>
          </a:lstStyle>
          <a:p>
            <a:pPr lvl="0"/>
            <a:r>
              <a:rPr lang="en-US"/>
              <a:t>Click to edit Master text styles</a:t>
            </a:r>
          </a:p>
        </p:txBody>
      </p:sp>
      <p:cxnSp>
        <p:nvCxnSpPr>
          <p:cNvPr id="13" name="Line">
            <a:extLst>
              <a:ext uri="{FF2B5EF4-FFF2-40B4-BE49-F238E27FC236}">
                <a16:creationId xmlns:a16="http://schemas.microsoft.com/office/drawing/2014/main" id="{E1CFF329-30E3-3F9B-B8D0-FDFE4C8B52E0}"/>
              </a:ext>
              <a:ext uri="{C183D7F6-B498-43B3-948B-1728B52AA6E4}">
                <adec:decorative xmlns:adec="http://schemas.microsoft.com/office/drawing/2017/decorative" val="1"/>
              </a:ext>
            </a:extLst>
          </p:cNvPr>
          <p:cNvCxnSpPr>
            <a:cxnSpLocks/>
          </p:cNvCxnSpPr>
          <p:nvPr/>
        </p:nvCxnSpPr>
        <p:spPr>
          <a:xfrm>
            <a:off x="6397625" y="365760"/>
            <a:ext cx="4069080" cy="0"/>
          </a:xfrm>
          <a:prstGeom prst="line">
            <a:avLst/>
          </a:prstGeom>
          <a:ln w="28575" cap="rnd">
            <a:solidFill>
              <a:srgbClr val="BE2BBB"/>
            </a:solidFill>
          </a:ln>
        </p:spPr>
        <p:style>
          <a:lnRef idx="1">
            <a:schemeClr val="accent1"/>
          </a:lnRef>
          <a:fillRef idx="0">
            <a:schemeClr val="accent1"/>
          </a:fillRef>
          <a:effectRef idx="0">
            <a:srgbClr val="000000"/>
          </a:effectRef>
          <a:fontRef idx="minor">
            <a:schemeClr val="lt1"/>
          </a:fontRef>
        </p:style>
      </p:cxnSp>
      <p:sp>
        <p:nvSpPr>
          <p:cNvPr id="18" name="Text Placeholder 3">
            <a:extLst>
              <a:ext uri="{FF2B5EF4-FFF2-40B4-BE49-F238E27FC236}">
                <a16:creationId xmlns:a16="http://schemas.microsoft.com/office/drawing/2014/main" id="{F93FE6BC-78D1-1081-8E57-0093E971C64B}"/>
              </a:ext>
            </a:extLst>
          </p:cNvPr>
          <p:cNvSpPr>
            <a:spLocks noGrp="1"/>
          </p:cNvSpPr>
          <p:nvPr>
            <p:ph type="body" sz="quarter" idx="15"/>
          </p:nvPr>
        </p:nvSpPr>
        <p:spPr>
          <a:xfrm>
            <a:off x="6397625" y="457199"/>
            <a:ext cx="4069080" cy="1737360"/>
          </a:xfrm>
        </p:spPr>
        <p:txBody>
          <a:bodyPr/>
          <a:lstStyle>
            <a:lvl1pPr marL="0" indent="0">
              <a:spcBef>
                <a:spcPts val="1200"/>
              </a:spcBef>
              <a:buFontTx/>
              <a:buNone/>
              <a:defRPr sz="2400">
                <a:solidFill>
                  <a:schemeClr val="bg1"/>
                </a:solidFill>
              </a:defRPr>
            </a:lvl1pPr>
            <a:lvl2pPr marL="0" indent="0">
              <a:spcBef>
                <a:spcPts val="1200"/>
              </a:spcBef>
              <a:buFontTx/>
              <a:buNone/>
              <a:defRPr sz="2400">
                <a:solidFill>
                  <a:schemeClr val="bg1"/>
                </a:solidFill>
              </a:defRPr>
            </a:lvl2pPr>
            <a:lvl3pPr marL="0" indent="0">
              <a:spcBef>
                <a:spcPts val="1200"/>
              </a:spcBef>
              <a:buFontTx/>
              <a:buNone/>
              <a:defRPr sz="2400">
                <a:solidFill>
                  <a:schemeClr val="bg1"/>
                </a:solidFill>
              </a:defRPr>
            </a:lvl3pPr>
            <a:lvl4pPr marL="0" indent="0">
              <a:spcBef>
                <a:spcPts val="1200"/>
              </a:spcBef>
              <a:buFontTx/>
              <a:buNone/>
              <a:defRPr sz="2400">
                <a:solidFill>
                  <a:schemeClr val="bg1"/>
                </a:solidFill>
              </a:defRPr>
            </a:lvl4pPr>
            <a:lvl5pPr marL="0" indent="0">
              <a:spcBef>
                <a:spcPts val="1200"/>
              </a:spcBef>
              <a:buFontTx/>
              <a:buNone/>
              <a:defRPr sz="2400">
                <a:solidFill>
                  <a:schemeClr val="bg1"/>
                </a:solidFill>
              </a:defRPr>
            </a:lvl5pPr>
            <a:lvl6pPr marL="0" indent="0">
              <a:spcBef>
                <a:spcPts val="1200"/>
              </a:spcBef>
              <a:buFontTx/>
              <a:buNone/>
              <a:defRPr sz="2400">
                <a:solidFill>
                  <a:schemeClr val="bg1"/>
                </a:solidFill>
              </a:defRPr>
            </a:lvl6pPr>
            <a:lvl7pPr marL="0" indent="0">
              <a:spcBef>
                <a:spcPts val="1200"/>
              </a:spcBef>
              <a:buFontTx/>
              <a:buNone/>
              <a:defRPr sz="2400">
                <a:solidFill>
                  <a:schemeClr val="bg1"/>
                </a:solidFill>
              </a:defRPr>
            </a:lvl7pPr>
            <a:lvl8pPr marL="0" indent="0">
              <a:spcBef>
                <a:spcPts val="1200"/>
              </a:spcBef>
              <a:buFontTx/>
              <a:buNone/>
              <a:defRPr sz="2400">
                <a:solidFill>
                  <a:schemeClr val="bg1"/>
                </a:solidFill>
              </a:defRPr>
            </a:lvl8pPr>
            <a:lvl9pPr marL="0" indent="0">
              <a:spcBef>
                <a:spcPts val="1200"/>
              </a:spcBef>
              <a:buFontTx/>
              <a:buNone/>
              <a:defRPr sz="2400">
                <a:solidFill>
                  <a:schemeClr val="bg1"/>
                </a:solidFill>
              </a:defRPr>
            </a:lvl9pPr>
          </a:lstStyle>
          <a:p>
            <a:pPr lvl="0"/>
            <a:r>
              <a:rPr lang="en-US"/>
              <a:t>Click to edit Master text styles</a:t>
            </a:r>
          </a:p>
        </p:txBody>
      </p:sp>
      <p:sp>
        <p:nvSpPr>
          <p:cNvPr id="7" name="Picture Placeholder 4">
            <a:extLst>
              <a:ext uri="{FF2B5EF4-FFF2-40B4-BE49-F238E27FC236}">
                <a16:creationId xmlns:a16="http://schemas.microsoft.com/office/drawing/2014/main" id="{AD0F08A7-157D-B3B8-B4E5-3F55E8DF3754}"/>
              </a:ext>
            </a:extLst>
          </p:cNvPr>
          <p:cNvSpPr>
            <a:spLocks noGrp="1"/>
          </p:cNvSpPr>
          <p:nvPr>
            <p:ph type="pic" sz="quarter" idx="13"/>
          </p:nvPr>
        </p:nvSpPr>
        <p:spPr>
          <a:xfrm>
            <a:off x="6096000" y="3425191"/>
            <a:ext cx="6096000" cy="3432809"/>
          </a:xfrm>
          <a:solidFill>
            <a:srgbClr val="BFBFBF"/>
          </a:solidFill>
        </p:spPr>
        <p:txBody>
          <a:bodyPr anchor="ctr" anchorCtr="0">
            <a:normAutofit/>
          </a:bodyPr>
          <a:lstStyle>
            <a:lvl1pPr marL="0" indent="0" algn="ctr">
              <a:spcBef>
                <a:spcPts val="0"/>
              </a:spcBef>
              <a:buFontTx/>
              <a:buNone/>
              <a:defRPr sz="1200">
                <a:solidFill>
                  <a:srgbClr val="595454"/>
                </a:solidFill>
              </a:defRPr>
            </a:lvl1pPr>
          </a:lstStyle>
          <a:p>
            <a:r>
              <a:rPr lang="en-US"/>
              <a:t>Click icon to add picture</a:t>
            </a:r>
          </a:p>
        </p:txBody>
      </p:sp>
      <p:pic>
        <p:nvPicPr>
          <p:cNvPr id="5" name="Bristol Myers Squibb" descr="Bristol Myers Squibb">
            <a:extLst>
              <a:ext uri="{FF2B5EF4-FFF2-40B4-BE49-F238E27FC236}">
                <a16:creationId xmlns:a16="http://schemas.microsoft.com/office/drawing/2014/main" id="{29428A36-83E5-109D-A76C-73457F381BFB}"/>
              </a:ext>
            </a:extLst>
          </p:cNvPr>
          <p:cNvPicPr>
            <a:picLocks noChangeAspect="1"/>
          </p:cNvPicPr>
          <p:nvPr/>
        </p:nvPicPr>
        <p:blipFill>
          <a:blip r:embed="rId3"/>
          <a:stretch>
            <a:fillRect/>
          </a:stretch>
        </p:blipFill>
        <p:spPr bwMode="black">
          <a:xfrm>
            <a:off x="258318" y="6355080"/>
            <a:ext cx="1627632" cy="410821"/>
          </a:xfrm>
          <a:prstGeom prst="rect">
            <a:avLst/>
          </a:prstGeom>
          <a:noFill/>
        </p:spPr>
      </p:pic>
      <p:sp>
        <p:nvSpPr>
          <p:cNvPr id="6" name="Slide Number Placeholder 5">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lvl1pPr>
              <a:defRPr>
                <a:solidFill>
                  <a:schemeClr val="bg1"/>
                </a:solidFill>
              </a:defRPr>
            </a:lvl1pPr>
          </a:lstStyle>
          <a:p>
            <a:fld id="{FC8AEAA6-477F-478D-8487-87ED88CBDFAC}" type="slidenum">
              <a:rPr lang="en-US" smtClean="0"/>
              <a:t>‹#›</a:t>
            </a:fld>
            <a:endParaRPr lang="en-US"/>
          </a:p>
        </p:txBody>
      </p:sp>
    </p:spTree>
    <p:extLst>
      <p:ext uri="{BB962C8B-B14F-4D97-AF65-F5344CB8AC3E}">
        <p14:creationId xmlns:p14="http://schemas.microsoft.com/office/powerpoint/2010/main" val="25378007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840">
          <p15:clr>
            <a:srgbClr val="FBAE40"/>
          </p15:clr>
        </p15:guide>
        <p15:guide id="3" pos="4030">
          <p15:clr>
            <a:srgbClr val="FBAE40"/>
          </p15:clr>
        </p15:guide>
        <p15:guide id="4" pos="3648">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p:txBody>
          <a:bodyPr/>
          <a:lstStyle/>
          <a:p>
            <a:r>
              <a:rPr lang="en-US"/>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1"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20234007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Statement - Light Gray">
    <p:bg>
      <p:bgPr>
        <a:solidFill>
          <a:srgbClr val="EEE7E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1"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36500920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Quo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a:t>[Optional slide title]</a:t>
            </a:r>
          </a:p>
        </p:txBody>
      </p:sp>
      <p:sp>
        <p:nvSpPr>
          <p:cNvPr id="4" name="Quote">
            <a:extLst>
              <a:ext uri="{FF2B5EF4-FFF2-40B4-BE49-F238E27FC236}">
                <a16:creationId xmlns:a16="http://schemas.microsoft.com/office/drawing/2014/main" id="{398E39FE-76DD-EB47-9601-048CD5D34A50}"/>
              </a:ext>
            </a:extLst>
          </p:cNvPr>
          <p:cNvSpPr txBox="1"/>
          <p:nvPr/>
        </p:nvSpPr>
        <p:spPr>
          <a:xfrm>
            <a:off x="365761" y="1554479"/>
            <a:ext cx="457200" cy="3429000"/>
          </a:xfrm>
          <a:prstGeom prst="rect">
            <a:avLst/>
          </a:prstGeom>
          <a:noFill/>
        </p:spPr>
        <p:txBody>
          <a:bodyPr wrap="square" lIns="0" tIns="0" rIns="0" bIns="0" rtlCol="0">
            <a:noAutofit/>
          </a:bodyPr>
          <a:lstStyle/>
          <a:p>
            <a:pPr marL="0" indent="0">
              <a:lnSpc>
                <a:spcPct val="90000"/>
              </a:lnSpc>
              <a:spcBef>
                <a:spcPts val="0"/>
              </a:spcBef>
              <a:buSzPct val="100000"/>
              <a:buFont typeface="Trebuchet MS"/>
              <a:buNone/>
            </a:pPr>
            <a:r>
              <a:rPr lang="en-US" sz="6000" b="1"/>
              <a:t>“</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822960" y="1554479"/>
            <a:ext cx="8524240" cy="3429000"/>
          </a:xfrm>
        </p:spPr>
        <p:txBody>
          <a:bodyPr>
            <a:noAutofit/>
          </a:bodyPr>
          <a:lstStyle>
            <a:lvl1pPr marL="0" indent="0">
              <a:lnSpc>
                <a:spcPct val="90000"/>
              </a:lnSpc>
              <a:spcBef>
                <a:spcPts val="0"/>
              </a:spcBef>
              <a:buFontTx/>
              <a:buNone/>
              <a:defRPr sz="6000" b="1" spc="0" baseline="0">
                <a:solidFill>
                  <a:schemeClr val="tx1"/>
                </a:solidFill>
                <a:latin typeface="+mn-lt"/>
              </a:defRPr>
            </a:lvl1pPr>
            <a:lvl2pPr marL="0" indent="0">
              <a:spcBef>
                <a:spcPts val="1200"/>
              </a:spcBef>
              <a:buNone/>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a:t>[Big quote.”]</a:t>
            </a:r>
          </a:p>
        </p:txBody>
      </p:sp>
      <p:cxnSp>
        <p:nvCxnSpPr>
          <p:cNvPr id="9" name="Line">
            <a:extLst>
              <a:ext uri="{FF2B5EF4-FFF2-40B4-BE49-F238E27FC236}">
                <a16:creationId xmlns:a16="http://schemas.microsoft.com/office/drawing/2014/main" id="{8DA9817E-4A6F-8D45-83CB-AAE17B76876D}"/>
              </a:ext>
              <a:ext uri="{C183D7F6-B498-43B3-948B-1728B52AA6E4}">
                <adec:decorative xmlns:adec="http://schemas.microsoft.com/office/drawing/2017/decorative" val="1"/>
              </a:ext>
            </a:extLst>
          </p:cNvPr>
          <p:cNvCxnSpPr/>
          <p:nvPr/>
        </p:nvCxnSpPr>
        <p:spPr>
          <a:xfrm>
            <a:off x="822960" y="5215942"/>
            <a:ext cx="2642616" cy="0"/>
          </a:xfrm>
          <a:prstGeom prst="line">
            <a:avLst/>
          </a:prstGeom>
          <a:ln w="28575" cap="rnd"/>
        </p:spPr>
        <p:style>
          <a:lnRef idx="1">
            <a:srgbClr val="BE2BBB"/>
          </a:lnRef>
          <a:fillRef idx="0">
            <a:schemeClr val="accent1"/>
          </a:fillRef>
          <a:effectRef idx="0">
            <a:srgbClr val="000000"/>
          </a:effectRef>
          <a:fontRef idx="minor">
            <a:schemeClr val="lt1"/>
          </a:fontRef>
        </p:style>
      </p:cxnSp>
      <p:sp>
        <p:nvSpPr>
          <p:cNvPr id="7" name="Text Placeholder 3">
            <a:extLst>
              <a:ext uri="{FF2B5EF4-FFF2-40B4-BE49-F238E27FC236}">
                <a16:creationId xmlns:a16="http://schemas.microsoft.com/office/drawing/2014/main" id="{52C350BF-B5C5-E44E-8003-E797842CDAAD}"/>
              </a:ext>
            </a:extLst>
          </p:cNvPr>
          <p:cNvSpPr>
            <a:spLocks noGrp="1"/>
          </p:cNvSpPr>
          <p:nvPr>
            <p:ph type="body" sz="quarter" idx="13" hasCustomPrompt="1"/>
          </p:nvPr>
        </p:nvSpPr>
        <p:spPr>
          <a:xfrm>
            <a:off x="822961" y="5303520"/>
            <a:ext cx="2642616" cy="822960"/>
          </a:xfrm>
        </p:spPr>
        <p:txBody>
          <a:bodyPr tIns="0"/>
          <a:lstStyle>
            <a:lvl1pPr marL="0" indent="0">
              <a:spcBef>
                <a:spcPts val="0"/>
              </a:spcBef>
              <a:buNone/>
              <a:defRPr sz="1800"/>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a:t>[</a:t>
            </a:r>
            <a:r>
              <a:rPr lang="en-US" err="1"/>
              <a:t>Firstname</a:t>
            </a:r>
            <a:r>
              <a:rPr lang="en-US"/>
              <a:t> </a:t>
            </a:r>
            <a:r>
              <a:rPr lang="en-US" err="1"/>
              <a:t>Lastname</a:t>
            </a:r>
            <a:r>
              <a:rPr lang="en-US"/>
              <a:t>]</a:t>
            </a:r>
            <a:br>
              <a:rPr lang="en-US"/>
            </a:br>
            <a:r>
              <a:rPr lang="en-US"/>
              <a:t>[Title]</a:t>
            </a:r>
          </a:p>
        </p:txBody>
      </p:sp>
      <p:sp>
        <p:nvSpPr>
          <p:cNvPr id="6" name="Slide Number Placeholder 4">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27437421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888">
          <p15:clr>
            <a:srgbClr val="FBAE40"/>
          </p15:clr>
        </p15:guide>
        <p15:guide id="3" pos="51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ig Quote - Light Gray">
    <p:bg>
      <p:bgPr>
        <a:solidFill>
          <a:srgbClr val="EEE7E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a:t>[Optional slide title]</a:t>
            </a:r>
          </a:p>
        </p:txBody>
      </p:sp>
      <p:sp>
        <p:nvSpPr>
          <p:cNvPr id="4" name="Quote">
            <a:extLst>
              <a:ext uri="{FF2B5EF4-FFF2-40B4-BE49-F238E27FC236}">
                <a16:creationId xmlns:a16="http://schemas.microsoft.com/office/drawing/2014/main" id="{398E39FE-76DD-EB47-9601-048CD5D34A50}"/>
              </a:ext>
            </a:extLst>
          </p:cNvPr>
          <p:cNvSpPr txBox="1"/>
          <p:nvPr/>
        </p:nvSpPr>
        <p:spPr>
          <a:xfrm>
            <a:off x="365761" y="1554479"/>
            <a:ext cx="457200" cy="3429000"/>
          </a:xfrm>
          <a:prstGeom prst="rect">
            <a:avLst/>
          </a:prstGeom>
          <a:noFill/>
        </p:spPr>
        <p:txBody>
          <a:bodyPr wrap="square" lIns="0" tIns="0" rIns="0" bIns="0" rtlCol="0">
            <a:noAutofit/>
          </a:bodyPr>
          <a:lstStyle/>
          <a:p>
            <a:pPr marL="0" indent="0">
              <a:lnSpc>
                <a:spcPct val="90000"/>
              </a:lnSpc>
              <a:spcBef>
                <a:spcPts val="0"/>
              </a:spcBef>
              <a:buSzPct val="100000"/>
              <a:buFont typeface="Trebuchet MS"/>
              <a:buNone/>
            </a:pPr>
            <a:r>
              <a:rPr lang="en-US" sz="6000" b="1"/>
              <a:t>“</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822960" y="1554479"/>
            <a:ext cx="8524240" cy="3429000"/>
          </a:xfrm>
        </p:spPr>
        <p:txBody>
          <a:bodyPr>
            <a:noAutofit/>
          </a:bodyPr>
          <a:lstStyle>
            <a:lvl1pPr marL="0" indent="0">
              <a:lnSpc>
                <a:spcPct val="90000"/>
              </a:lnSpc>
              <a:spcBef>
                <a:spcPts val="0"/>
              </a:spcBef>
              <a:buFontTx/>
              <a:buNone/>
              <a:defRPr sz="6000" b="1"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a:t>[Big quote.”]</a:t>
            </a:r>
          </a:p>
        </p:txBody>
      </p:sp>
      <p:cxnSp>
        <p:nvCxnSpPr>
          <p:cNvPr id="9" name="Line">
            <a:extLst>
              <a:ext uri="{FF2B5EF4-FFF2-40B4-BE49-F238E27FC236}">
                <a16:creationId xmlns:a16="http://schemas.microsoft.com/office/drawing/2014/main" id="{8DA9817E-4A6F-8D45-83CB-AAE17B76876D}"/>
              </a:ext>
              <a:ext uri="{C183D7F6-B498-43B3-948B-1728B52AA6E4}">
                <adec:decorative xmlns:adec="http://schemas.microsoft.com/office/drawing/2017/decorative" val="1"/>
              </a:ext>
            </a:extLst>
          </p:cNvPr>
          <p:cNvCxnSpPr/>
          <p:nvPr/>
        </p:nvCxnSpPr>
        <p:spPr>
          <a:xfrm>
            <a:off x="822960" y="5215942"/>
            <a:ext cx="2642616" cy="0"/>
          </a:xfrm>
          <a:prstGeom prst="line">
            <a:avLst/>
          </a:prstGeom>
          <a:ln w="28575" cap="rnd"/>
        </p:spPr>
        <p:style>
          <a:lnRef idx="1">
            <a:srgbClr val="BE2BBB"/>
          </a:lnRef>
          <a:fillRef idx="0">
            <a:schemeClr val="accent1"/>
          </a:fillRef>
          <a:effectRef idx="0">
            <a:srgbClr val="000000"/>
          </a:effectRef>
          <a:fontRef idx="minor">
            <a:schemeClr val="lt1"/>
          </a:fontRef>
        </p:style>
      </p:cxnSp>
      <p:sp>
        <p:nvSpPr>
          <p:cNvPr id="7" name="Text Placeholder 3">
            <a:extLst>
              <a:ext uri="{FF2B5EF4-FFF2-40B4-BE49-F238E27FC236}">
                <a16:creationId xmlns:a16="http://schemas.microsoft.com/office/drawing/2014/main" id="{52C350BF-B5C5-E44E-8003-E797842CDAAD}"/>
              </a:ext>
            </a:extLst>
          </p:cNvPr>
          <p:cNvSpPr>
            <a:spLocks noGrp="1"/>
          </p:cNvSpPr>
          <p:nvPr>
            <p:ph type="body" sz="quarter" idx="13" hasCustomPrompt="1"/>
          </p:nvPr>
        </p:nvSpPr>
        <p:spPr>
          <a:xfrm>
            <a:off x="822961" y="5303520"/>
            <a:ext cx="2642616" cy="822960"/>
          </a:xfrm>
        </p:spPr>
        <p:txBody>
          <a:bodyPr tIns="0"/>
          <a:lstStyle>
            <a:lvl1pPr marL="0" indent="0">
              <a:spcBef>
                <a:spcPts val="0"/>
              </a:spcBef>
              <a:buNone/>
              <a:defRPr sz="1800"/>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a:t>[</a:t>
            </a:r>
            <a:r>
              <a:rPr lang="en-US" err="1"/>
              <a:t>Firstname</a:t>
            </a:r>
            <a:r>
              <a:rPr lang="en-US"/>
              <a:t> </a:t>
            </a:r>
            <a:r>
              <a:rPr lang="en-US" err="1"/>
              <a:t>Lastname</a:t>
            </a:r>
            <a:r>
              <a:rPr lang="en-US"/>
              <a:t>]</a:t>
            </a:r>
            <a:br>
              <a:rPr lang="en-US"/>
            </a:br>
            <a:r>
              <a:rPr lang="en-US"/>
              <a:t>[Title]</a:t>
            </a:r>
          </a:p>
        </p:txBody>
      </p:sp>
      <p:sp>
        <p:nvSpPr>
          <p:cNvPr id="6" name="Slide Number Placeholder 4">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34222020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888">
          <p15:clr>
            <a:srgbClr val="FBAE40"/>
          </p15:clr>
        </p15:guide>
        <p15:guide id="3" pos="51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and One Picture">
    <p:bg>
      <p:bgPr>
        <a:solidFill>
          <a:schemeClr val="bg1"/>
        </a:solidFill>
        <a:effectLst/>
      </p:bgPr>
    </p:bg>
    <p:spTree>
      <p:nvGrpSpPr>
        <p:cNvPr id="1" name=""/>
        <p:cNvGrpSpPr/>
        <p:nvPr/>
      </p:nvGrpSpPr>
      <p:grpSpPr>
        <a:xfrm>
          <a:off x="0" y="0"/>
          <a:ext cx="0" cy="0"/>
          <a:chOff x="0" y="0"/>
          <a:chExt cx="0" cy="0"/>
        </a:xfrm>
      </p:grpSpPr>
      <p:sp>
        <p:nvSpPr>
          <p:cNvPr id="7" name="Cover Up">
            <a:extLst>
              <a:ext uri="{FF2B5EF4-FFF2-40B4-BE49-F238E27FC236}">
                <a16:creationId xmlns:a16="http://schemas.microsoft.com/office/drawing/2014/main" id="{A197128E-BF62-4A4E-8AFB-081B335C3E19}"/>
              </a:ext>
              <a:ext uri="{C183D7F6-B498-43B3-948B-1728B52AA6E4}">
                <adec:decorative xmlns:adec="http://schemas.microsoft.com/office/drawing/2017/decorative" val="1"/>
              </a:ext>
            </a:extLst>
          </p:cNvPr>
          <p:cNvSpPr/>
          <p:nvPr/>
        </p:nvSpPr>
        <p:spPr bwMode="white">
          <a:xfrm>
            <a:off x="5794248" y="6126480"/>
            <a:ext cx="6397752" cy="731520"/>
          </a:xfrm>
          <a:prstGeom prst="rect">
            <a:avLst/>
          </a:prstGeom>
          <a:solidFill>
            <a:srgbClr val="FFFFFF"/>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6858000"/>
          </a:xfrm>
          <a:solidFill>
            <a:srgbClr val="F2F2F2"/>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6" name="Slide Number Placeholder 4">
            <a:extLst>
              <a:ext uri="{FF2B5EF4-FFF2-40B4-BE49-F238E27FC236}">
                <a16:creationId xmlns:a16="http://schemas.microsoft.com/office/drawing/2014/main" id="{A7A49372-BC99-44B1-93F3-52B055BA1B4C}"/>
              </a:ext>
            </a:extLst>
          </p:cNvPr>
          <p:cNvSpPr>
            <a:spLocks noGrp="1"/>
          </p:cNvSpPr>
          <p:nvPr>
            <p:ph type="sldNum" sz="quarter" idx="12"/>
          </p:nvPr>
        </p:nvSpPr>
        <p:spPr bwMode="gray"/>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655396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and Two Pictures">
    <p:bg>
      <p:bgPr>
        <a:solidFill>
          <a:schemeClr val="bg1"/>
        </a:solidFill>
        <a:effectLst/>
      </p:bgPr>
    </p:bg>
    <p:spTree>
      <p:nvGrpSpPr>
        <p:cNvPr id="1" name=""/>
        <p:cNvGrpSpPr/>
        <p:nvPr/>
      </p:nvGrpSpPr>
      <p:grpSpPr>
        <a:xfrm>
          <a:off x="0" y="0"/>
          <a:ext cx="0" cy="0"/>
          <a:chOff x="0" y="0"/>
          <a:chExt cx="0" cy="0"/>
        </a:xfrm>
      </p:grpSpPr>
      <p:sp>
        <p:nvSpPr>
          <p:cNvPr id="8" name="Cover Up">
            <a:extLst>
              <a:ext uri="{FF2B5EF4-FFF2-40B4-BE49-F238E27FC236}">
                <a16:creationId xmlns:a16="http://schemas.microsoft.com/office/drawing/2014/main" id="{05564E06-BCFC-C445-9629-1D50DDC546DE}"/>
              </a:ext>
              <a:ext uri="{C183D7F6-B498-43B3-948B-1728B52AA6E4}">
                <adec:decorative xmlns:adec="http://schemas.microsoft.com/office/drawing/2017/decorative" val="1"/>
              </a:ext>
            </a:extLst>
          </p:cNvPr>
          <p:cNvSpPr/>
          <p:nvPr/>
        </p:nvSpPr>
        <p:spPr bwMode="white">
          <a:xfrm>
            <a:off x="5794248" y="6126480"/>
            <a:ext cx="6397752" cy="731520"/>
          </a:xfrm>
          <a:prstGeom prst="rect">
            <a:avLst/>
          </a:prstGeom>
          <a:solidFill>
            <a:srgbClr val="FFFFFF"/>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3401568"/>
          </a:xfrm>
          <a:solidFill>
            <a:srgbClr val="F2F2F2"/>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7" name="Picture Placeholder 4">
            <a:extLst>
              <a:ext uri="{FF2B5EF4-FFF2-40B4-BE49-F238E27FC236}">
                <a16:creationId xmlns:a16="http://schemas.microsoft.com/office/drawing/2014/main" id="{A613A27A-887F-7D4B-BD42-C5EF05F12448}"/>
              </a:ext>
            </a:extLst>
          </p:cNvPr>
          <p:cNvSpPr>
            <a:spLocks noGrp="1"/>
          </p:cNvSpPr>
          <p:nvPr>
            <p:ph type="pic" sz="quarter" idx="14"/>
          </p:nvPr>
        </p:nvSpPr>
        <p:spPr>
          <a:xfrm>
            <a:off x="6096000" y="3456432"/>
            <a:ext cx="6096000" cy="3401568"/>
          </a:xfrm>
          <a:solidFill>
            <a:srgbClr val="D9D9D9"/>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6" name="Slide Number Placeholder 5">
            <a:extLst>
              <a:ext uri="{FF2B5EF4-FFF2-40B4-BE49-F238E27FC236}">
                <a16:creationId xmlns:a16="http://schemas.microsoft.com/office/drawing/2014/main" id="{A7A49372-BC99-44B1-93F3-52B055BA1B4C}"/>
              </a:ext>
            </a:extLst>
          </p:cNvPr>
          <p:cNvSpPr>
            <a:spLocks noGrp="1"/>
          </p:cNvSpPr>
          <p:nvPr>
            <p:ph type="sldNum" sz="quarter" idx="12"/>
          </p:nvPr>
        </p:nvSpPr>
        <p:spPr bwMode="gray"/>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2100255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and Three Pictures">
    <p:bg>
      <p:bgPr>
        <a:solidFill>
          <a:schemeClr val="bg1"/>
        </a:solidFill>
        <a:effectLst/>
      </p:bgPr>
    </p:bg>
    <p:spTree>
      <p:nvGrpSpPr>
        <p:cNvPr id="1" name=""/>
        <p:cNvGrpSpPr/>
        <p:nvPr/>
      </p:nvGrpSpPr>
      <p:grpSpPr>
        <a:xfrm>
          <a:off x="0" y="0"/>
          <a:ext cx="0" cy="0"/>
          <a:chOff x="0" y="0"/>
          <a:chExt cx="0" cy="0"/>
        </a:xfrm>
      </p:grpSpPr>
      <p:sp>
        <p:nvSpPr>
          <p:cNvPr id="9" name="Cover Up">
            <a:extLst>
              <a:ext uri="{FF2B5EF4-FFF2-40B4-BE49-F238E27FC236}">
                <a16:creationId xmlns:a16="http://schemas.microsoft.com/office/drawing/2014/main" id="{D6AA2B57-3556-9148-B05C-850FDE71B729}"/>
              </a:ext>
              <a:ext uri="{C183D7F6-B498-43B3-948B-1728B52AA6E4}">
                <adec:decorative xmlns:adec="http://schemas.microsoft.com/office/drawing/2017/decorative" val="1"/>
              </a:ext>
            </a:extLst>
          </p:cNvPr>
          <p:cNvSpPr/>
          <p:nvPr/>
        </p:nvSpPr>
        <p:spPr bwMode="white">
          <a:xfrm>
            <a:off x="5794248" y="6126480"/>
            <a:ext cx="6397752" cy="731520"/>
          </a:xfrm>
          <a:prstGeom prst="rect">
            <a:avLst/>
          </a:prstGeom>
          <a:solidFill>
            <a:srgbClr val="FFFFFF"/>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3401568"/>
          </a:xfrm>
          <a:solidFill>
            <a:srgbClr val="F2F2F2"/>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7" name="Picture Placeholder 4">
            <a:extLst>
              <a:ext uri="{FF2B5EF4-FFF2-40B4-BE49-F238E27FC236}">
                <a16:creationId xmlns:a16="http://schemas.microsoft.com/office/drawing/2014/main" id="{A613A27A-887F-7D4B-BD42-C5EF05F12448}"/>
              </a:ext>
            </a:extLst>
          </p:cNvPr>
          <p:cNvSpPr>
            <a:spLocks noGrp="1"/>
          </p:cNvSpPr>
          <p:nvPr>
            <p:ph type="pic" sz="quarter" idx="14"/>
          </p:nvPr>
        </p:nvSpPr>
        <p:spPr>
          <a:xfrm>
            <a:off x="6096000" y="3456432"/>
            <a:ext cx="3017520" cy="3401568"/>
          </a:xfrm>
          <a:solidFill>
            <a:srgbClr val="D9D9D9"/>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8" name="Picture Placeholder 5">
            <a:extLst>
              <a:ext uri="{FF2B5EF4-FFF2-40B4-BE49-F238E27FC236}">
                <a16:creationId xmlns:a16="http://schemas.microsoft.com/office/drawing/2014/main" id="{C2AB3B13-24B5-EA40-92B2-665869E4657A}"/>
              </a:ext>
            </a:extLst>
          </p:cNvPr>
          <p:cNvSpPr>
            <a:spLocks noGrp="1"/>
          </p:cNvSpPr>
          <p:nvPr>
            <p:ph type="pic" sz="quarter" idx="15"/>
          </p:nvPr>
        </p:nvSpPr>
        <p:spPr>
          <a:xfrm>
            <a:off x="9168384" y="3456432"/>
            <a:ext cx="3023616" cy="3401568"/>
          </a:xfrm>
          <a:solidFill>
            <a:srgbClr val="BFBFBF"/>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6" name="Slide Number Placeholder 6">
            <a:extLst>
              <a:ext uri="{FF2B5EF4-FFF2-40B4-BE49-F238E27FC236}">
                <a16:creationId xmlns:a16="http://schemas.microsoft.com/office/drawing/2014/main" id="{A7A49372-BC99-44B1-93F3-52B055BA1B4C}"/>
              </a:ext>
            </a:extLst>
          </p:cNvPr>
          <p:cNvSpPr>
            <a:spLocks noGrp="1"/>
          </p:cNvSpPr>
          <p:nvPr>
            <p:ph type="sldNum" sz="quarter" idx="12"/>
          </p:nvPr>
        </p:nvSpPr>
        <p:spPr bwMode="gray"/>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3928214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and Four Pictures">
    <p:bg>
      <p:bgPr>
        <a:solidFill>
          <a:schemeClr val="bg1"/>
        </a:solidFill>
        <a:effectLst/>
      </p:bgPr>
    </p:bg>
    <p:spTree>
      <p:nvGrpSpPr>
        <p:cNvPr id="1" name=""/>
        <p:cNvGrpSpPr/>
        <p:nvPr/>
      </p:nvGrpSpPr>
      <p:grpSpPr>
        <a:xfrm>
          <a:off x="0" y="0"/>
          <a:ext cx="0" cy="0"/>
          <a:chOff x="0" y="0"/>
          <a:chExt cx="0" cy="0"/>
        </a:xfrm>
      </p:grpSpPr>
      <p:sp>
        <p:nvSpPr>
          <p:cNvPr id="10" name="Cover Up">
            <a:extLst>
              <a:ext uri="{FF2B5EF4-FFF2-40B4-BE49-F238E27FC236}">
                <a16:creationId xmlns:a16="http://schemas.microsoft.com/office/drawing/2014/main" id="{31420F2B-5790-B544-8C23-DB7FE2439BE1}"/>
              </a:ext>
              <a:ext uri="{C183D7F6-B498-43B3-948B-1728B52AA6E4}">
                <adec:decorative xmlns:adec="http://schemas.microsoft.com/office/drawing/2017/decorative" val="1"/>
              </a:ext>
            </a:extLst>
          </p:cNvPr>
          <p:cNvSpPr/>
          <p:nvPr/>
        </p:nvSpPr>
        <p:spPr bwMode="white">
          <a:xfrm>
            <a:off x="5794248" y="6126480"/>
            <a:ext cx="6397752" cy="731520"/>
          </a:xfrm>
          <a:prstGeom prst="rect">
            <a:avLst/>
          </a:prstGeom>
          <a:solidFill>
            <a:srgbClr val="FFFFFF"/>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3401568"/>
          </a:xfrm>
          <a:solidFill>
            <a:srgbClr val="F2F2F2"/>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7" name="Picture Placeholder 4">
            <a:extLst>
              <a:ext uri="{FF2B5EF4-FFF2-40B4-BE49-F238E27FC236}">
                <a16:creationId xmlns:a16="http://schemas.microsoft.com/office/drawing/2014/main" id="{A613A27A-887F-7D4B-BD42-C5EF05F12448}"/>
              </a:ext>
            </a:extLst>
          </p:cNvPr>
          <p:cNvSpPr>
            <a:spLocks noGrp="1"/>
          </p:cNvSpPr>
          <p:nvPr>
            <p:ph type="pic" sz="quarter" idx="14"/>
          </p:nvPr>
        </p:nvSpPr>
        <p:spPr>
          <a:xfrm>
            <a:off x="6096000" y="3456432"/>
            <a:ext cx="3017520" cy="3401568"/>
          </a:xfrm>
          <a:solidFill>
            <a:srgbClr val="D9D9D9"/>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8" name="Picture Placeholder 5">
            <a:extLst>
              <a:ext uri="{FF2B5EF4-FFF2-40B4-BE49-F238E27FC236}">
                <a16:creationId xmlns:a16="http://schemas.microsoft.com/office/drawing/2014/main" id="{C2AB3B13-24B5-EA40-92B2-665869E4657A}"/>
              </a:ext>
            </a:extLst>
          </p:cNvPr>
          <p:cNvSpPr>
            <a:spLocks noGrp="1"/>
          </p:cNvSpPr>
          <p:nvPr>
            <p:ph type="pic" sz="quarter" idx="15"/>
          </p:nvPr>
        </p:nvSpPr>
        <p:spPr>
          <a:xfrm>
            <a:off x="9168384" y="3456432"/>
            <a:ext cx="3023616" cy="1673352"/>
          </a:xfrm>
          <a:solidFill>
            <a:srgbClr val="BFBFBF"/>
          </a:solidFill>
        </p:spPr>
        <p:txBody>
          <a:bodyPr anchor="ctr" anchorCtr="0">
            <a:normAutofit/>
          </a:bodyPr>
          <a:lstStyle>
            <a:lvl1pPr marL="0" indent="0" algn="ctr">
              <a:buFontTx/>
              <a:buNone/>
              <a:defRPr sz="1200"/>
            </a:lvl1pPr>
          </a:lstStyle>
          <a:p>
            <a:r>
              <a:rPr lang="en-US"/>
              <a:t>Click icon to add picture</a:t>
            </a:r>
          </a:p>
        </p:txBody>
      </p:sp>
      <p:sp>
        <p:nvSpPr>
          <p:cNvPr id="9" name="Picture Placeholder 6">
            <a:extLst>
              <a:ext uri="{FF2B5EF4-FFF2-40B4-BE49-F238E27FC236}">
                <a16:creationId xmlns:a16="http://schemas.microsoft.com/office/drawing/2014/main" id="{A26BC3F3-33EB-F346-B70E-DE269C6819EE}"/>
              </a:ext>
            </a:extLst>
          </p:cNvPr>
          <p:cNvSpPr>
            <a:spLocks noGrp="1"/>
          </p:cNvSpPr>
          <p:nvPr>
            <p:ph type="pic" sz="quarter" idx="16"/>
          </p:nvPr>
        </p:nvSpPr>
        <p:spPr>
          <a:xfrm>
            <a:off x="9168384" y="5184648"/>
            <a:ext cx="3023616" cy="1673352"/>
          </a:xfrm>
          <a:solidFill>
            <a:srgbClr val="F2F2F2"/>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6" name="Slide Number Placeholder 7">
            <a:extLst>
              <a:ext uri="{FF2B5EF4-FFF2-40B4-BE49-F238E27FC236}">
                <a16:creationId xmlns:a16="http://schemas.microsoft.com/office/drawing/2014/main" id="{A7A49372-BC99-44B1-93F3-52B055BA1B4C}"/>
              </a:ext>
            </a:extLst>
          </p:cNvPr>
          <p:cNvSpPr>
            <a:spLocks noGrp="1"/>
          </p:cNvSpPr>
          <p:nvPr>
            <p:ph type="sldNum" sz="quarter" idx="12"/>
          </p:nvPr>
        </p:nvSpPr>
        <p:spPr bwMode="gray"/>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3032133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Pictures an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60480" cy="914400"/>
          </a:xfrm>
        </p:spPr>
        <p:txBody>
          <a:bodyPr/>
          <a:lstStyle/>
          <a:p>
            <a:r>
              <a:rPr lang="en-US"/>
              <a:t>[Slide title]</a:t>
            </a:r>
          </a:p>
        </p:txBody>
      </p:sp>
      <p:sp>
        <p:nvSpPr>
          <p:cNvPr id="9" name="Picture Placeholder 2">
            <a:extLst>
              <a:ext uri="{FF2B5EF4-FFF2-40B4-BE49-F238E27FC236}">
                <a16:creationId xmlns:a16="http://schemas.microsoft.com/office/drawing/2014/main" id="{6B9E9C5D-8364-0D47-AF90-417652D3C169}"/>
              </a:ext>
            </a:extLst>
          </p:cNvPr>
          <p:cNvSpPr>
            <a:spLocks noGrp="1"/>
          </p:cNvSpPr>
          <p:nvPr>
            <p:ph type="pic" sz="quarter" idx="16"/>
          </p:nvPr>
        </p:nvSpPr>
        <p:spPr>
          <a:xfrm>
            <a:off x="365126" y="1552575"/>
            <a:ext cx="3621024"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p>
        </p:txBody>
      </p:sp>
      <p:sp>
        <p:nvSpPr>
          <p:cNvPr id="17" name="Text Placeholder 3">
            <a:extLst>
              <a:ext uri="{FF2B5EF4-FFF2-40B4-BE49-F238E27FC236}">
                <a16:creationId xmlns:a16="http://schemas.microsoft.com/office/drawing/2014/main" id="{D8A87F8F-2D9A-B243-A5FB-6E555C2704C5}"/>
              </a:ext>
            </a:extLst>
          </p:cNvPr>
          <p:cNvSpPr>
            <a:spLocks noGrp="1"/>
          </p:cNvSpPr>
          <p:nvPr>
            <p:ph type="body" sz="quarter" idx="17"/>
          </p:nvPr>
        </p:nvSpPr>
        <p:spPr>
          <a:xfrm>
            <a:off x="365760" y="3474720"/>
            <a:ext cx="3621024"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Picture Placeholder 4">
            <a:extLst>
              <a:ext uri="{FF2B5EF4-FFF2-40B4-BE49-F238E27FC236}">
                <a16:creationId xmlns:a16="http://schemas.microsoft.com/office/drawing/2014/main" id="{5797D6E4-4FD3-FB41-AC2F-B0BC44660939}"/>
              </a:ext>
            </a:extLst>
          </p:cNvPr>
          <p:cNvSpPr>
            <a:spLocks noGrp="1"/>
          </p:cNvSpPr>
          <p:nvPr>
            <p:ph type="pic" sz="quarter" idx="18"/>
          </p:nvPr>
        </p:nvSpPr>
        <p:spPr>
          <a:xfrm>
            <a:off x="4285171" y="1552575"/>
            <a:ext cx="3621024"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p>
        </p:txBody>
      </p:sp>
      <p:sp>
        <p:nvSpPr>
          <p:cNvPr id="25" name="Text Placeholder 5">
            <a:extLst>
              <a:ext uri="{FF2B5EF4-FFF2-40B4-BE49-F238E27FC236}">
                <a16:creationId xmlns:a16="http://schemas.microsoft.com/office/drawing/2014/main" id="{A8504504-7E85-584D-A20B-448D0D56BBE5}"/>
              </a:ext>
            </a:extLst>
          </p:cNvPr>
          <p:cNvSpPr>
            <a:spLocks noGrp="1"/>
          </p:cNvSpPr>
          <p:nvPr>
            <p:ph type="body" sz="quarter" idx="21"/>
          </p:nvPr>
        </p:nvSpPr>
        <p:spPr>
          <a:xfrm>
            <a:off x="4285488" y="3474720"/>
            <a:ext cx="3621024"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Picture Placeholder 6">
            <a:extLst>
              <a:ext uri="{FF2B5EF4-FFF2-40B4-BE49-F238E27FC236}">
                <a16:creationId xmlns:a16="http://schemas.microsoft.com/office/drawing/2014/main" id="{8B42205D-9591-3C43-8A71-9811FC49A762}"/>
              </a:ext>
            </a:extLst>
          </p:cNvPr>
          <p:cNvSpPr>
            <a:spLocks noGrp="1"/>
          </p:cNvSpPr>
          <p:nvPr>
            <p:ph type="pic" sz="quarter" idx="19"/>
          </p:nvPr>
        </p:nvSpPr>
        <p:spPr>
          <a:xfrm>
            <a:off x="8205216" y="1552575"/>
            <a:ext cx="3621024"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p>
        </p:txBody>
      </p:sp>
      <p:sp>
        <p:nvSpPr>
          <p:cNvPr id="27" name="Text Placeholder 7">
            <a:extLst>
              <a:ext uri="{FF2B5EF4-FFF2-40B4-BE49-F238E27FC236}">
                <a16:creationId xmlns:a16="http://schemas.microsoft.com/office/drawing/2014/main" id="{0BC915BB-BDF2-BD44-8C3A-2C34D2A9A632}"/>
              </a:ext>
            </a:extLst>
          </p:cNvPr>
          <p:cNvSpPr>
            <a:spLocks noGrp="1"/>
          </p:cNvSpPr>
          <p:nvPr>
            <p:ph type="body" sz="quarter" idx="22"/>
          </p:nvPr>
        </p:nvSpPr>
        <p:spPr>
          <a:xfrm>
            <a:off x="8205216" y="3474720"/>
            <a:ext cx="3621024"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8">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3844640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698">
          <p15:clr>
            <a:srgbClr val="FBAE40"/>
          </p15:clr>
        </p15:guide>
        <p15:guide id="2" pos="2512">
          <p15:clr>
            <a:srgbClr val="FBAE40"/>
          </p15:clr>
        </p15:guide>
        <p15:guide id="5" pos="4982">
          <p15:clr>
            <a:srgbClr val="FBAE40"/>
          </p15:clr>
        </p15:guide>
        <p15:guide id="6" pos="5168">
          <p15:clr>
            <a:srgbClr val="FBAE40"/>
          </p15:clr>
        </p15:guide>
        <p15:guide id="7" orient="horz" pos="2074">
          <p15:clr>
            <a:srgbClr val="FBAE40"/>
          </p15:clr>
        </p15:guide>
        <p15:guide id="8" orient="horz" pos="218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our Pictures an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60480" cy="914400"/>
          </a:xfrm>
        </p:spPr>
        <p:txBody>
          <a:bodyPr/>
          <a:lstStyle/>
          <a:p>
            <a:r>
              <a:rPr lang="en-US"/>
              <a:t>[Slide title]</a:t>
            </a:r>
          </a:p>
        </p:txBody>
      </p:sp>
      <p:sp>
        <p:nvSpPr>
          <p:cNvPr id="9" name="Picture Placeholder 2">
            <a:extLst>
              <a:ext uri="{FF2B5EF4-FFF2-40B4-BE49-F238E27FC236}">
                <a16:creationId xmlns:a16="http://schemas.microsoft.com/office/drawing/2014/main" id="{6B9E9C5D-8364-0D47-AF90-417652D3C169}"/>
              </a:ext>
            </a:extLst>
          </p:cNvPr>
          <p:cNvSpPr>
            <a:spLocks noGrp="1"/>
          </p:cNvSpPr>
          <p:nvPr>
            <p:ph type="pic" sz="quarter" idx="16"/>
          </p:nvPr>
        </p:nvSpPr>
        <p:spPr>
          <a:xfrm>
            <a:off x="365126" y="1552575"/>
            <a:ext cx="2642616"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p>
        </p:txBody>
      </p:sp>
      <p:sp>
        <p:nvSpPr>
          <p:cNvPr id="17" name="Text Placeholder 3">
            <a:extLst>
              <a:ext uri="{FF2B5EF4-FFF2-40B4-BE49-F238E27FC236}">
                <a16:creationId xmlns:a16="http://schemas.microsoft.com/office/drawing/2014/main" id="{D8A87F8F-2D9A-B243-A5FB-6E555C2704C5}"/>
              </a:ext>
            </a:extLst>
          </p:cNvPr>
          <p:cNvSpPr>
            <a:spLocks noGrp="1"/>
          </p:cNvSpPr>
          <p:nvPr>
            <p:ph type="body" sz="quarter" idx="17"/>
          </p:nvPr>
        </p:nvSpPr>
        <p:spPr>
          <a:xfrm>
            <a:off x="36576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Picture Placeholder 4">
            <a:extLst>
              <a:ext uri="{FF2B5EF4-FFF2-40B4-BE49-F238E27FC236}">
                <a16:creationId xmlns:a16="http://schemas.microsoft.com/office/drawing/2014/main" id="{5797D6E4-4FD3-FB41-AC2F-B0BC44660939}"/>
              </a:ext>
            </a:extLst>
          </p:cNvPr>
          <p:cNvSpPr>
            <a:spLocks noGrp="1"/>
          </p:cNvSpPr>
          <p:nvPr>
            <p:ph type="pic" sz="quarter" idx="18"/>
          </p:nvPr>
        </p:nvSpPr>
        <p:spPr>
          <a:xfrm>
            <a:off x="3301999" y="1552575"/>
            <a:ext cx="2642616"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p>
        </p:txBody>
      </p:sp>
      <p:sp>
        <p:nvSpPr>
          <p:cNvPr id="25" name="Text Placeholder 5">
            <a:extLst>
              <a:ext uri="{FF2B5EF4-FFF2-40B4-BE49-F238E27FC236}">
                <a16:creationId xmlns:a16="http://schemas.microsoft.com/office/drawing/2014/main" id="{A8504504-7E85-584D-A20B-448D0D56BBE5}"/>
              </a:ext>
            </a:extLst>
          </p:cNvPr>
          <p:cNvSpPr>
            <a:spLocks noGrp="1"/>
          </p:cNvSpPr>
          <p:nvPr>
            <p:ph type="body" sz="quarter" idx="21"/>
          </p:nvPr>
        </p:nvSpPr>
        <p:spPr>
          <a:xfrm>
            <a:off x="330200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Picture Placeholder 6">
            <a:extLst>
              <a:ext uri="{FF2B5EF4-FFF2-40B4-BE49-F238E27FC236}">
                <a16:creationId xmlns:a16="http://schemas.microsoft.com/office/drawing/2014/main" id="{8B42205D-9591-3C43-8A71-9811FC49A762}"/>
              </a:ext>
            </a:extLst>
          </p:cNvPr>
          <p:cNvSpPr>
            <a:spLocks noGrp="1"/>
          </p:cNvSpPr>
          <p:nvPr>
            <p:ph type="pic" sz="quarter" idx="19"/>
          </p:nvPr>
        </p:nvSpPr>
        <p:spPr>
          <a:xfrm>
            <a:off x="6248400" y="1552575"/>
            <a:ext cx="2642616"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p>
        </p:txBody>
      </p:sp>
      <p:sp>
        <p:nvSpPr>
          <p:cNvPr id="27" name="Text Placeholder 7">
            <a:extLst>
              <a:ext uri="{FF2B5EF4-FFF2-40B4-BE49-F238E27FC236}">
                <a16:creationId xmlns:a16="http://schemas.microsoft.com/office/drawing/2014/main" id="{0BC915BB-BDF2-BD44-8C3A-2C34D2A9A632}"/>
              </a:ext>
            </a:extLst>
          </p:cNvPr>
          <p:cNvSpPr>
            <a:spLocks noGrp="1"/>
          </p:cNvSpPr>
          <p:nvPr>
            <p:ph type="body" sz="quarter" idx="22"/>
          </p:nvPr>
        </p:nvSpPr>
        <p:spPr>
          <a:xfrm>
            <a:off x="624840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Picture Placeholder 8">
            <a:extLst>
              <a:ext uri="{FF2B5EF4-FFF2-40B4-BE49-F238E27FC236}">
                <a16:creationId xmlns:a16="http://schemas.microsoft.com/office/drawing/2014/main" id="{DD93C7F7-3C80-DA48-9BC2-95DD73DF8782}"/>
              </a:ext>
            </a:extLst>
          </p:cNvPr>
          <p:cNvSpPr>
            <a:spLocks noGrp="1"/>
          </p:cNvSpPr>
          <p:nvPr>
            <p:ph type="pic" sz="quarter" idx="20"/>
          </p:nvPr>
        </p:nvSpPr>
        <p:spPr>
          <a:xfrm>
            <a:off x="9183624" y="1552575"/>
            <a:ext cx="2642616"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p>
        </p:txBody>
      </p:sp>
      <p:sp>
        <p:nvSpPr>
          <p:cNvPr id="29" name="Text Placeholder 9">
            <a:extLst>
              <a:ext uri="{FF2B5EF4-FFF2-40B4-BE49-F238E27FC236}">
                <a16:creationId xmlns:a16="http://schemas.microsoft.com/office/drawing/2014/main" id="{0A585D99-3BCE-844A-8969-7E2EFD217B54}"/>
              </a:ext>
            </a:extLst>
          </p:cNvPr>
          <p:cNvSpPr>
            <a:spLocks noGrp="1"/>
          </p:cNvSpPr>
          <p:nvPr>
            <p:ph type="body" sz="quarter" idx="23"/>
          </p:nvPr>
        </p:nvSpPr>
        <p:spPr>
          <a:xfrm>
            <a:off x="918210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0">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720115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0">
          <p15:clr>
            <a:srgbClr val="FBAE40"/>
          </p15:clr>
        </p15:guide>
        <p15:guide id="2" pos="1896">
          <p15:clr>
            <a:srgbClr val="FBAE40"/>
          </p15:clr>
        </p15:guide>
        <p15:guide id="3" pos="5600">
          <p15:clr>
            <a:srgbClr val="FBAE40"/>
          </p15:clr>
        </p15:guide>
        <p15:guide id="4" pos="5784">
          <p15:clr>
            <a:srgbClr val="FBAE40"/>
          </p15:clr>
        </p15:guide>
        <p15:guide id="5" pos="3744">
          <p15:clr>
            <a:srgbClr val="FBAE40"/>
          </p15:clr>
        </p15:guide>
        <p15:guide id="6" pos="3936">
          <p15:clr>
            <a:srgbClr val="FBAE40"/>
          </p15:clr>
        </p15:guide>
        <p15:guide id="7" orient="horz" pos="2074">
          <p15:clr>
            <a:srgbClr val="FBAE40"/>
          </p15:clr>
        </p15:guide>
        <p15:guide id="8" orient="horz" pos="218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Title and One Picture">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3F25E4DD-7BAF-CF43-9AF5-512CC54177DD}"/>
              </a:ext>
            </a:extLst>
          </p:cNvPr>
          <p:cNvSpPr>
            <a:spLocks noGrp="1"/>
          </p:cNvSpPr>
          <p:nvPr>
            <p:ph type="pic" sz="quarter" idx="13"/>
          </p:nvPr>
        </p:nvSpPr>
        <p:spPr>
          <a:xfrm>
            <a:off x="0" y="0"/>
            <a:ext cx="12192000" cy="6858000"/>
          </a:xfrm>
          <a:solidFill>
            <a:srgbClr val="F2F2F2"/>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2" name="Title 2">
            <a:extLst>
              <a:ext uri="{FF2B5EF4-FFF2-40B4-BE49-F238E27FC236}">
                <a16:creationId xmlns:a16="http://schemas.microsoft.com/office/drawing/2014/main" id="{ADC9E62E-3AF4-C24D-8B08-8A7FCB7EDCE0}"/>
              </a:ext>
            </a:extLst>
          </p:cNvPr>
          <p:cNvSpPr>
            <a:spLocks noGrp="1"/>
          </p:cNvSpPr>
          <p:nvPr>
            <p:ph type="title" hasCustomPrompt="1"/>
          </p:nvPr>
        </p:nvSpPr>
        <p:spPr bwMode="gray"/>
        <p:txBody>
          <a:bodyPr/>
          <a:lstStyle/>
          <a:p>
            <a:r>
              <a:rPr lang="en-US"/>
              <a:t>[Slide title]</a:t>
            </a:r>
          </a:p>
        </p:txBody>
      </p:sp>
      <p:sp>
        <p:nvSpPr>
          <p:cNvPr id="3" name="Slide Number Placeholder 3">
            <a:extLst>
              <a:ext uri="{FF2B5EF4-FFF2-40B4-BE49-F238E27FC236}">
                <a16:creationId xmlns:a16="http://schemas.microsoft.com/office/drawing/2014/main" id="{EE3D7CA1-C89E-E24C-B557-52A1F9AEBF30}"/>
              </a:ext>
            </a:extLst>
          </p:cNvPr>
          <p:cNvSpPr>
            <a:spLocks noGrp="1"/>
          </p:cNvSpPr>
          <p:nvPr>
            <p:ph type="sldNum" sz="quarter" idx="10"/>
          </p:nvPr>
        </p:nvSpPr>
        <p:spPr bwMode="gray"/>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96937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D8B1-1581-4488-A1A4-886D01EEFD4F}"/>
              </a:ext>
            </a:extLst>
          </p:cNvPr>
          <p:cNvSpPr>
            <a:spLocks noGrp="1"/>
          </p:cNvSpPr>
          <p:nvPr>
            <p:ph type="title" hasCustomPrompt="1"/>
          </p:nvPr>
        </p:nvSpPr>
        <p:spPr/>
        <p:txBody>
          <a:bodyPr/>
          <a:lstStyle>
            <a:lvl1pPr>
              <a:defRPr/>
            </a:lvl1pPr>
          </a:lstStyle>
          <a:p>
            <a:r>
              <a:rPr lang="en-US"/>
              <a:t>[Slide title]</a:t>
            </a:r>
          </a:p>
        </p:txBody>
      </p:sp>
      <p:sp>
        <p:nvSpPr>
          <p:cNvPr id="5" name="Slide Number Placeholder 2">
            <a:extLst>
              <a:ext uri="{FF2B5EF4-FFF2-40B4-BE49-F238E27FC236}">
                <a16:creationId xmlns:a16="http://schemas.microsoft.com/office/drawing/2014/main" id="{6CF9CDAC-EC28-4BA6-9827-D58133E18874}"/>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2665391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936">
          <p15:clr>
            <a:srgbClr val="FBAE40"/>
          </p15:clr>
        </p15:guide>
        <p15:guide id="2" pos="3744">
          <p15:clr>
            <a:srgbClr val="FBAE40"/>
          </p15:clr>
        </p15:guide>
        <p15:guide id="3" pos="5784">
          <p15:clr>
            <a:srgbClr val="FBAE40"/>
          </p15:clr>
        </p15:guide>
        <p15:guide id="4" pos="5600">
          <p15:clr>
            <a:srgbClr val="FBAE40"/>
          </p15:clr>
        </p15:guide>
        <p15:guide id="5" pos="2080">
          <p15:clr>
            <a:srgbClr val="FBAE40"/>
          </p15:clr>
        </p15:guide>
        <p15:guide id="6" pos="189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Only Light Gray">
    <p:bg>
      <p:bgPr>
        <a:solidFill>
          <a:srgbClr val="EEE7E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D8B1-1581-4488-A1A4-886D01EEFD4F}"/>
              </a:ext>
            </a:extLst>
          </p:cNvPr>
          <p:cNvSpPr>
            <a:spLocks noGrp="1"/>
          </p:cNvSpPr>
          <p:nvPr>
            <p:ph type="title" hasCustomPrompt="1"/>
          </p:nvPr>
        </p:nvSpPr>
        <p:spPr/>
        <p:txBody>
          <a:bodyPr/>
          <a:lstStyle>
            <a:lvl1pPr>
              <a:defRPr/>
            </a:lvl1pPr>
          </a:lstStyle>
          <a:p>
            <a:r>
              <a:rPr lang="en-US"/>
              <a:t>[Slide title]</a:t>
            </a:r>
          </a:p>
        </p:txBody>
      </p:sp>
      <p:sp>
        <p:nvSpPr>
          <p:cNvPr id="5" name="Slide Number Placeholder 2">
            <a:extLst>
              <a:ext uri="{FF2B5EF4-FFF2-40B4-BE49-F238E27FC236}">
                <a16:creationId xmlns:a16="http://schemas.microsoft.com/office/drawing/2014/main" id="{6CF9CDAC-EC28-4BA6-9827-D58133E18874}"/>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3937698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936">
          <p15:clr>
            <a:srgbClr val="FBAE40"/>
          </p15:clr>
        </p15:guide>
        <p15:guide id="2" pos="3744">
          <p15:clr>
            <a:srgbClr val="FBAE40"/>
          </p15:clr>
        </p15:guide>
        <p15:guide id="3" pos="5784">
          <p15:clr>
            <a:srgbClr val="FBAE40"/>
          </p15:clr>
        </p15:guide>
        <p15:guide id="4" pos="5600">
          <p15:clr>
            <a:srgbClr val="FBAE40"/>
          </p15:clr>
        </p15:guide>
        <p15:guide id="5" pos="2080">
          <p15:clr>
            <a:srgbClr val="FBAE40"/>
          </p15:clr>
        </p15:guide>
        <p15:guide id="6" pos="189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Only Purple Header">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E27248C-F7F6-7567-80CF-64ED7EF451B9}"/>
              </a:ext>
              <a:ext uri="{C183D7F6-B498-43B3-948B-1728B52AA6E4}">
                <adec:decorative xmlns:adec="http://schemas.microsoft.com/office/drawing/2017/decorative" val="1"/>
              </a:ext>
            </a:extLst>
          </p:cNvPr>
          <p:cNvSpPr/>
          <p:nvPr/>
        </p:nvSpPr>
        <p:spPr bwMode="hidden">
          <a:xfrm>
            <a:off x="-1" y="0"/>
            <a:ext cx="12192001" cy="1552575"/>
          </a:xfrm>
          <a:prstGeom prst="rect">
            <a:avLst/>
          </a:prstGeom>
          <a:solidFill>
            <a:srgbClr val="BE2BBB"/>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60480" cy="914400"/>
          </a:xfrm>
        </p:spPr>
        <p:txBody>
          <a:bodyPr/>
          <a:lstStyle>
            <a:lvl1pPr>
              <a:defRPr>
                <a:solidFill>
                  <a:schemeClr val="bg1"/>
                </a:solidFill>
              </a:defRPr>
            </a:lvl1pPr>
          </a:lstStyle>
          <a:p>
            <a:r>
              <a:rPr lang="en-US"/>
              <a:t>[Slide title]</a:t>
            </a:r>
          </a:p>
        </p:txBody>
      </p:sp>
      <p:sp>
        <p:nvSpPr>
          <p:cNvPr id="7" name="Slide Number Placeholder 6">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3977321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0">
          <p15:clr>
            <a:srgbClr val="FBAE40"/>
          </p15:clr>
        </p15:guide>
        <p15:guide id="2" pos="1896">
          <p15:clr>
            <a:srgbClr val="FBAE40"/>
          </p15:clr>
        </p15:guide>
        <p15:guide id="3" pos="5600">
          <p15:clr>
            <a:srgbClr val="FBAE40"/>
          </p15:clr>
        </p15:guide>
        <p15:guide id="4" pos="5784">
          <p15:clr>
            <a:srgbClr val="FBAE40"/>
          </p15:clr>
        </p15:guide>
        <p15:guide id="5" pos="3744">
          <p15:clr>
            <a:srgbClr val="FBAE40"/>
          </p15:clr>
        </p15:guide>
        <p15:guide id="6" pos="3936">
          <p15:clr>
            <a:srgbClr val="FBAE40"/>
          </p15:clr>
        </p15:guide>
        <p15:guide id="7" orient="horz" pos="115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45BF3E53-7A3D-40D5-AE68-3CE44909F1CF}"/>
              </a:ext>
            </a:extLst>
          </p:cNvPr>
          <p:cNvSpPr>
            <a:spLocks noGrp="1"/>
          </p:cNvSpPr>
          <p:nvPr>
            <p:ph type="sldNum" sz="quarter" idx="12"/>
          </p:nvPr>
        </p:nvSpPr>
        <p:spPr/>
        <p:txBody>
          <a:bodyPr/>
          <a:lstStyle/>
          <a:p>
            <a:fld id="{FC8AEAA6-477F-478D-8487-87ED88CBDFAC}" type="slidenum">
              <a:rPr lang="en-US" smtClean="0"/>
              <a:t>‹#›</a:t>
            </a:fld>
            <a:endParaRPr lang="en-US"/>
          </a:p>
        </p:txBody>
      </p:sp>
    </p:spTree>
    <p:extLst>
      <p:ext uri="{BB962C8B-B14F-4D97-AF65-F5344CB8AC3E}">
        <p14:creationId xmlns:p14="http://schemas.microsoft.com/office/powerpoint/2010/main" val="2497492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Logo">
    <p:spTree>
      <p:nvGrpSpPr>
        <p:cNvPr id="1" name=""/>
        <p:cNvGrpSpPr/>
        <p:nvPr/>
      </p:nvGrpSpPr>
      <p:grpSpPr>
        <a:xfrm>
          <a:off x="0" y="0"/>
          <a:ext cx="0" cy="0"/>
          <a:chOff x="0" y="0"/>
          <a:chExt cx="0" cy="0"/>
        </a:xfrm>
      </p:grpSpPr>
      <p:pic>
        <p:nvPicPr>
          <p:cNvPr id="4" name="Bristol Myers Squibb" descr="Bristol Myers Squibb">
            <a:extLst>
              <a:ext uri="{FF2B5EF4-FFF2-40B4-BE49-F238E27FC236}">
                <a16:creationId xmlns:a16="http://schemas.microsoft.com/office/drawing/2014/main" id="{B50985CD-7333-F343-85B8-C4893E81FC91}"/>
              </a:ext>
            </a:extLst>
          </p:cNvPr>
          <p:cNvPicPr>
            <a:picLocks noChangeAspect="1"/>
          </p:cNvPicPr>
          <p:nvPr userDrawn="1"/>
        </p:nvPicPr>
        <p:blipFill>
          <a:blip r:embed="rId2"/>
          <a:stretch>
            <a:fillRect/>
          </a:stretch>
        </p:blipFill>
        <p:spPr bwMode="black">
          <a:xfrm>
            <a:off x="1645920" y="2194560"/>
            <a:ext cx="9056906" cy="2286000"/>
          </a:xfrm>
          <a:prstGeom prst="rect">
            <a:avLst/>
          </a:prstGeom>
          <a:noFill/>
        </p:spPr>
      </p:pic>
    </p:spTree>
    <p:extLst>
      <p:ext uri="{BB962C8B-B14F-4D97-AF65-F5344CB8AC3E}">
        <p14:creationId xmlns:p14="http://schemas.microsoft.com/office/powerpoint/2010/main" val="2187119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p:nvPicPr>
        <p:blipFill>
          <a:blip r:embed="rId2"/>
          <a:stretch>
            <a:fillRect/>
          </a:stretch>
        </p:blipFill>
        <p:spPr bwMode="black">
          <a:xfrm>
            <a:off x="150688" y="5913096"/>
            <a:ext cx="3260484" cy="822960"/>
          </a:xfrm>
          <a:prstGeom prst="rect">
            <a:avLst/>
          </a:prstGeom>
          <a:noFill/>
        </p:spPr>
      </p:pic>
      <p:sp>
        <p:nvSpPr>
          <p:cNvPr id="8" name="Thank You">
            <a:extLst>
              <a:ext uri="{FF2B5EF4-FFF2-40B4-BE49-F238E27FC236}">
                <a16:creationId xmlns:a16="http://schemas.microsoft.com/office/drawing/2014/main" id="{2DF7BC51-D766-5D44-8D23-2A1F0BF208B3}"/>
              </a:ext>
            </a:extLst>
          </p:cNvPr>
          <p:cNvSpPr txBox="1">
            <a:spLocks/>
          </p:cNvSpPr>
          <p:nvPr/>
        </p:nvSpPr>
        <p:spPr>
          <a:xfrm>
            <a:off x="365760" y="1554480"/>
            <a:ext cx="7543165" cy="18288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6000" b="0" kern="1200" spc="0" baseline="0">
                <a:solidFill>
                  <a:schemeClr val="tx1"/>
                </a:solidFill>
                <a:latin typeface="+mj-lt"/>
                <a:ea typeface="+mj-ea"/>
                <a:cs typeface="+mj-cs"/>
              </a:defRPr>
            </a:lvl1pPr>
          </a:lstStyle>
          <a:p>
            <a:r>
              <a:rPr lang="en-US" b="1"/>
              <a:t>Thank you</a:t>
            </a:r>
          </a:p>
        </p:txBody>
      </p:sp>
      <p:sp>
        <p:nvSpPr>
          <p:cNvPr id="5" name="Text Placeholder 1">
            <a:extLst>
              <a:ext uri="{FF2B5EF4-FFF2-40B4-BE49-F238E27FC236}">
                <a16:creationId xmlns:a16="http://schemas.microsoft.com/office/drawing/2014/main" id="{03D75AF2-C99D-9247-B7AF-B859D95DB41A}"/>
              </a:ext>
            </a:extLst>
          </p:cNvPr>
          <p:cNvSpPr>
            <a:spLocks noGrp="1"/>
          </p:cNvSpPr>
          <p:nvPr>
            <p:ph type="body" sz="quarter" idx="10" hasCustomPrompt="1"/>
          </p:nvPr>
        </p:nvSpPr>
        <p:spPr>
          <a:xfrm>
            <a:off x="365760" y="4434840"/>
            <a:ext cx="7543165" cy="1371600"/>
          </a:xfrm>
        </p:spPr>
        <p:txBody>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a:t>[Optional contact information]</a:t>
            </a:r>
          </a:p>
        </p:txBody>
      </p:sp>
    </p:spTree>
    <p:extLst>
      <p:ext uri="{BB962C8B-B14F-4D97-AF65-F5344CB8AC3E}">
        <p14:creationId xmlns:p14="http://schemas.microsoft.com/office/powerpoint/2010/main" val="3511504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C. Title and Content" userDrawn="1">
  <p:cSld name="C. Title and Content">
    <p:spTree>
      <p:nvGrpSpPr>
        <p:cNvPr id="1" name="Shape 23"/>
        <p:cNvGrpSpPr/>
        <p:nvPr/>
      </p:nvGrpSpPr>
      <p:grpSpPr>
        <a:xfrm>
          <a:off x="0" y="0"/>
          <a:ext cx="0" cy="0"/>
          <a:chOff x="0" y="0"/>
          <a:chExt cx="0" cy="0"/>
        </a:xfrm>
      </p:grpSpPr>
      <p:sp>
        <p:nvSpPr>
          <p:cNvPr id="24" name="Google Shape;24;g8bb62f892c_0_624"/>
          <p:cNvSpPr txBox="1">
            <a:spLocks noGrp="1"/>
          </p:cNvSpPr>
          <p:nvPr>
            <p:ph type="title"/>
          </p:nvPr>
        </p:nvSpPr>
        <p:spPr>
          <a:xfrm>
            <a:off x="365767" y="703400"/>
            <a:ext cx="9601200" cy="576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400"/>
              <a:buFont typeface="Trebuchet MS"/>
              <a:buNone/>
              <a:defRPr sz="2133" b="1" i="0" u="none" strike="noStrike" kern="1200" cap="none">
                <a:solidFill>
                  <a:schemeClr val="tx1"/>
                </a:solidFill>
                <a:latin typeface="+mj-lt"/>
                <a:ea typeface="+mj-ea"/>
                <a:cs typeface="+mj-cs"/>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6" name="Google Shape;26;g8bb62f892c_0_624"/>
          <p:cNvSpPr txBox="1">
            <a:spLocks noGrp="1"/>
          </p:cNvSpPr>
          <p:nvPr>
            <p:ph type="sldNum" idx="12"/>
          </p:nvPr>
        </p:nvSpPr>
        <p:spPr>
          <a:xfrm>
            <a:off x="11506200" y="6429375"/>
            <a:ext cx="320000" cy="2288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800"/>
              <a:buFont typeface="Arial"/>
              <a:buNone/>
              <a:defRPr sz="1067" b="1" i="0" u="none" strike="noStrike" cap="none">
                <a:solidFill>
                  <a:schemeClr val="dk1"/>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800"/>
              <a:buFont typeface="Arial"/>
              <a:buNone/>
              <a:defRPr sz="1067" b="1" i="0" u="none" strike="noStrike" cap="none">
                <a:solidFill>
                  <a:schemeClr val="dk1"/>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800"/>
              <a:buFont typeface="Arial"/>
              <a:buNone/>
              <a:defRPr sz="1067" b="1" i="0" u="none" strike="noStrike" cap="none">
                <a:solidFill>
                  <a:schemeClr val="dk1"/>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800"/>
              <a:buFont typeface="Arial"/>
              <a:buNone/>
              <a:defRPr sz="1067" b="1" i="0" u="none" strike="noStrike" cap="none">
                <a:solidFill>
                  <a:schemeClr val="dk1"/>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800"/>
              <a:buFont typeface="Arial"/>
              <a:buNone/>
              <a:defRPr sz="1067" b="1" i="0" u="none" strike="noStrike" cap="none">
                <a:solidFill>
                  <a:schemeClr val="dk1"/>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800"/>
              <a:buFont typeface="Arial"/>
              <a:buNone/>
              <a:defRPr sz="1067" b="1" i="0" u="none" strike="noStrike" cap="none">
                <a:solidFill>
                  <a:schemeClr val="dk1"/>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800"/>
              <a:buFont typeface="Arial"/>
              <a:buNone/>
              <a:defRPr sz="1067" b="1" i="0" u="none" strike="noStrike" cap="none">
                <a:solidFill>
                  <a:schemeClr val="dk1"/>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800"/>
              <a:buFont typeface="Arial"/>
              <a:buNone/>
              <a:defRPr sz="1067" b="1" i="0" u="none" strike="noStrike" cap="none">
                <a:solidFill>
                  <a:schemeClr val="dk1"/>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800"/>
              <a:buFont typeface="Arial"/>
              <a:buNone/>
              <a:defRPr sz="1067" b="1" i="0" u="none" strike="noStrike" cap="none">
                <a:solidFill>
                  <a:schemeClr val="dk1"/>
                </a:solidFill>
                <a:latin typeface="Trebuchet MS"/>
                <a:ea typeface="Trebuchet MS"/>
                <a:cs typeface="Trebuchet MS"/>
                <a:sym typeface="Trebuchet MS"/>
              </a:defRPr>
            </a:lvl9pPr>
          </a:lstStyle>
          <a:p>
            <a:fld id="{00000000-1234-1234-1234-123412341234}" type="slidenum">
              <a:rPr lang="en" smtClean="0"/>
              <a:pPr/>
              <a:t>‹#›</a:t>
            </a:fld>
            <a:endParaRPr lang="en"/>
          </a:p>
        </p:txBody>
      </p:sp>
      <p:sp>
        <p:nvSpPr>
          <p:cNvPr id="27" name="Google Shape;27;g8bb62f892c_0_624"/>
          <p:cNvSpPr txBox="1">
            <a:spLocks noGrp="1"/>
          </p:cNvSpPr>
          <p:nvPr>
            <p:ph type="subTitle" idx="2"/>
          </p:nvPr>
        </p:nvSpPr>
        <p:spPr>
          <a:xfrm>
            <a:off x="365767" y="187567"/>
            <a:ext cx="6447600" cy="340000"/>
          </a:xfrm>
          <a:prstGeom prst="rect">
            <a:avLst/>
          </a:prstGeom>
          <a:noFill/>
          <a:ln>
            <a:noFill/>
          </a:ln>
        </p:spPr>
        <p:txBody>
          <a:bodyPr spcFirstLastPara="1" wrap="square" lIns="0" tIns="0" rIns="0" bIns="0" anchor="t" anchorCtr="0">
            <a:noAutofit/>
          </a:bodyPr>
          <a:lstStyle>
            <a:lvl1pPr lvl="0" algn="l">
              <a:lnSpc>
                <a:spcPct val="100000"/>
              </a:lnSpc>
              <a:spcBef>
                <a:spcPts val="1200"/>
              </a:spcBef>
              <a:spcAft>
                <a:spcPts val="0"/>
              </a:spcAft>
              <a:buSzPts val="1200"/>
              <a:buNone/>
              <a:defRPr sz="1600" b="0" i="0" u="none" strike="noStrike" kern="1200" cap="none" dirty="0">
                <a:solidFill>
                  <a:srgbClr val="BE2BBB"/>
                </a:solidFill>
                <a:latin typeface="+mn-lt"/>
                <a:ea typeface="+mn-ea"/>
                <a:cs typeface="+mn-cs"/>
                <a:sym typeface="Arial"/>
              </a:defRPr>
            </a:lvl1pPr>
            <a:lvl2pPr lvl="1" algn="l">
              <a:lnSpc>
                <a:spcPct val="100000"/>
              </a:lnSpc>
              <a:spcBef>
                <a:spcPts val="400"/>
              </a:spcBef>
              <a:spcAft>
                <a:spcPts val="0"/>
              </a:spcAft>
              <a:buSzPts val="1300"/>
              <a:buNone/>
              <a:defRPr sz="1733"/>
            </a:lvl2pPr>
            <a:lvl3pPr lvl="2" algn="l">
              <a:lnSpc>
                <a:spcPct val="100000"/>
              </a:lnSpc>
              <a:spcBef>
                <a:spcPts val="400"/>
              </a:spcBef>
              <a:spcAft>
                <a:spcPts val="0"/>
              </a:spcAft>
              <a:buSzPts val="1300"/>
              <a:buNone/>
              <a:defRPr sz="1733"/>
            </a:lvl3pPr>
            <a:lvl4pPr lvl="3" algn="l">
              <a:lnSpc>
                <a:spcPct val="100000"/>
              </a:lnSpc>
              <a:spcBef>
                <a:spcPts val="400"/>
              </a:spcBef>
              <a:spcAft>
                <a:spcPts val="0"/>
              </a:spcAft>
              <a:buSzPts val="1300"/>
              <a:buNone/>
              <a:defRPr sz="1733"/>
            </a:lvl4pPr>
            <a:lvl5pPr lvl="4" algn="l">
              <a:lnSpc>
                <a:spcPct val="100000"/>
              </a:lnSpc>
              <a:spcBef>
                <a:spcPts val="400"/>
              </a:spcBef>
              <a:spcAft>
                <a:spcPts val="0"/>
              </a:spcAft>
              <a:buSzPts val="1300"/>
              <a:buNone/>
              <a:defRPr sz="1733"/>
            </a:lvl5pPr>
            <a:lvl6pPr lvl="5" algn="l">
              <a:lnSpc>
                <a:spcPct val="100000"/>
              </a:lnSpc>
              <a:spcBef>
                <a:spcPts val="400"/>
              </a:spcBef>
              <a:spcAft>
                <a:spcPts val="0"/>
              </a:spcAft>
              <a:buSzPts val="1300"/>
              <a:buNone/>
              <a:defRPr sz="1733"/>
            </a:lvl6pPr>
            <a:lvl7pPr lvl="6" algn="l">
              <a:lnSpc>
                <a:spcPct val="100000"/>
              </a:lnSpc>
              <a:spcBef>
                <a:spcPts val="400"/>
              </a:spcBef>
              <a:spcAft>
                <a:spcPts val="0"/>
              </a:spcAft>
              <a:buSzPts val="1300"/>
              <a:buNone/>
              <a:defRPr sz="1733"/>
            </a:lvl7pPr>
            <a:lvl8pPr lvl="7" algn="l">
              <a:lnSpc>
                <a:spcPct val="100000"/>
              </a:lnSpc>
              <a:spcBef>
                <a:spcPts val="400"/>
              </a:spcBef>
              <a:spcAft>
                <a:spcPts val="0"/>
              </a:spcAft>
              <a:buSzPts val="1300"/>
              <a:buNone/>
              <a:defRPr sz="1733"/>
            </a:lvl8pPr>
            <a:lvl9pPr lvl="8" algn="l">
              <a:lnSpc>
                <a:spcPct val="100000"/>
              </a:lnSpc>
              <a:spcBef>
                <a:spcPts val="400"/>
              </a:spcBef>
              <a:spcAft>
                <a:spcPts val="0"/>
              </a:spcAft>
              <a:buSzPts val="1300"/>
              <a:buNone/>
              <a:defRPr sz="1733"/>
            </a:lvl9pPr>
          </a:lstStyle>
          <a:p>
            <a:endParaRPr/>
          </a:p>
        </p:txBody>
      </p:sp>
    </p:spTree>
    <p:extLst>
      <p:ext uri="{BB962C8B-B14F-4D97-AF65-F5344CB8AC3E}">
        <p14:creationId xmlns:p14="http://schemas.microsoft.com/office/powerpoint/2010/main" val="1239623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60480" cy="914400"/>
          </a:xfrm>
          <a:prstGeom prst="rect">
            <a:avLst/>
          </a:prstGeom>
        </p:spPr>
        <p:txBody>
          <a:bodyPr vert="horz" lIns="0" tIns="0" rIns="0" bIns="0" rtlCol="0" anchor="t" anchorCtr="0">
            <a:noAutofit/>
          </a:bodyPr>
          <a:lstStyle/>
          <a:p>
            <a:r>
              <a:rPr lang="en-US"/>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554480"/>
            <a:ext cx="11460480" cy="4572000"/>
          </a:xfrm>
          <a:prstGeom prst="rect">
            <a:avLst/>
          </a:prstGeom>
        </p:spPr>
        <p:txBody>
          <a:bodyPr vert="horz" lIns="0" tIns="0" rIns="0" bIns="0" spcCol="30175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Line">
            <a:extLst>
              <a:ext uri="{FF2B5EF4-FFF2-40B4-BE49-F238E27FC236}">
                <a16:creationId xmlns:a16="http://schemas.microsoft.com/office/drawing/2014/main" id="{B202EDA2-849C-5746-B520-4E5047A70604}"/>
              </a:ext>
              <a:ext uri="{C183D7F6-B498-43B3-948B-1728B52AA6E4}">
                <adec:decorative xmlns:adec="http://schemas.microsoft.com/office/drawing/2017/decorative" val="1"/>
              </a:ext>
            </a:extLst>
          </p:cNvPr>
          <p:cNvCxnSpPr>
            <a:cxnSpLocks/>
          </p:cNvCxnSpPr>
          <p:nvPr/>
        </p:nvCxnSpPr>
        <p:spPr bwMode="black">
          <a:xfrm>
            <a:off x="365760" y="6355080"/>
            <a:ext cx="11460480" cy="0"/>
          </a:xfrm>
          <a:prstGeom prst="line">
            <a:avLst/>
          </a:prstGeom>
          <a:ln w="6350" cap="rnd">
            <a:solidFill>
              <a:schemeClr val="tx1"/>
            </a:solidFill>
          </a:ln>
        </p:spPr>
        <p:style>
          <a:lnRef idx="1">
            <a:schemeClr val="accent1"/>
          </a:lnRef>
          <a:fillRef idx="0">
            <a:schemeClr val="accent1"/>
          </a:fillRef>
          <a:effectRef idx="0">
            <a:srgbClr val="000000"/>
          </a:effectRef>
          <a:fontRef idx="minor">
            <a:schemeClr val="lt1"/>
          </a:fontRef>
        </p:style>
      </p:cxnSp>
      <p:pic>
        <p:nvPicPr>
          <p:cNvPr id="5" name="Bristol Myers Squibb" descr="Bristol Myers Squibb">
            <a:extLst>
              <a:ext uri="{FF2B5EF4-FFF2-40B4-BE49-F238E27FC236}">
                <a16:creationId xmlns:a16="http://schemas.microsoft.com/office/drawing/2014/main" id="{B7697988-37C6-7C4A-AA57-C36971D11EEC}"/>
              </a:ext>
            </a:extLst>
          </p:cNvPr>
          <p:cNvPicPr>
            <a:picLocks noChangeAspect="1"/>
          </p:cNvPicPr>
          <p:nvPr/>
        </p:nvPicPr>
        <p:blipFill>
          <a:blip r:embed="rId52"/>
          <a:stretch>
            <a:fillRect/>
          </a:stretch>
        </p:blipFill>
        <p:spPr bwMode="black">
          <a:xfrm>
            <a:off x="258318" y="6355080"/>
            <a:ext cx="1627632" cy="410821"/>
          </a:xfrm>
          <a:prstGeom prst="rect">
            <a:avLst/>
          </a:prstGeom>
          <a:noFill/>
        </p:spPr>
      </p:pic>
      <p:cxnSp>
        <p:nvCxnSpPr>
          <p:cNvPr id="25" name="Line">
            <a:extLst>
              <a:ext uri="{FF2B5EF4-FFF2-40B4-BE49-F238E27FC236}">
                <a16:creationId xmlns:a16="http://schemas.microsoft.com/office/drawing/2014/main" id="{DA9532AD-0553-FF47-B676-11BE658B2BBD}"/>
              </a:ext>
              <a:ext uri="{C183D7F6-B498-43B3-948B-1728B52AA6E4}">
                <adec:decorative xmlns:adec="http://schemas.microsoft.com/office/drawing/2017/decorative" val="1"/>
              </a:ext>
            </a:extLst>
          </p:cNvPr>
          <p:cNvCxnSpPr/>
          <p:nvPr/>
        </p:nvCxnSpPr>
        <p:spPr bwMode="black">
          <a:xfrm>
            <a:off x="1874520" y="6458891"/>
            <a:ext cx="0" cy="228600"/>
          </a:xfrm>
          <a:prstGeom prst="line">
            <a:avLst/>
          </a:prstGeom>
          <a:ln w="6350" cap="rnd">
            <a:solidFill>
              <a:schemeClr val="tx1"/>
            </a:solidFill>
          </a:ln>
        </p:spPr>
        <p:style>
          <a:lnRef idx="1">
            <a:schemeClr val="accent1"/>
          </a:lnRef>
          <a:fillRef idx="0">
            <a:schemeClr val="accent1"/>
          </a:fillRef>
          <a:effectRef idx="0">
            <a:srgbClr val="000000"/>
          </a:effectRef>
          <a:fontRef idx="minor">
            <a:schemeClr val="lt1"/>
          </a:fontRef>
        </p:style>
      </p:cxnSp>
      <p:sp>
        <p:nvSpPr>
          <p:cNvPr id="24" name="Division/Therapeutic Area">
            <a:extLst>
              <a:ext uri="{FF2B5EF4-FFF2-40B4-BE49-F238E27FC236}">
                <a16:creationId xmlns:a16="http://schemas.microsoft.com/office/drawing/2014/main" id="{7F2981F2-EF0F-2349-8B4D-9E148ABFE89B}"/>
              </a:ext>
            </a:extLst>
          </p:cNvPr>
          <p:cNvSpPr txBox="1"/>
          <p:nvPr/>
        </p:nvSpPr>
        <p:spPr>
          <a:xfrm>
            <a:off x="2011680" y="6462065"/>
            <a:ext cx="3782569" cy="228560"/>
          </a:xfrm>
          <a:prstGeom prst="rect">
            <a:avLst/>
          </a:prstGeom>
          <a:noFill/>
        </p:spPr>
        <p:txBody>
          <a:bodyPr wrap="none" lIns="0" tIns="0" rIns="0" bIns="0" rtlCol="0" anchor="ctr" anchorCtr="0">
            <a:noAutofit/>
          </a:bodyPr>
          <a:lstStyle/>
          <a:p>
            <a:pPr marL="0" indent="0" algn="l">
              <a:lnSpc>
                <a:spcPct val="100000"/>
              </a:lnSpc>
              <a:spcBef>
                <a:spcPts val="0"/>
              </a:spcBef>
              <a:buSzPct val="100000"/>
              <a:buFontTx/>
              <a:buNone/>
            </a:pPr>
            <a:r>
              <a:rPr lang="en-US" sz="1100" b="0">
                <a:solidFill>
                  <a:schemeClr val="tx1"/>
                </a:solidFill>
              </a:rPr>
              <a:t>Marketing &amp; Launch Excellence</a:t>
            </a:r>
          </a:p>
        </p:txBody>
      </p:sp>
      <p:sp>
        <p:nvSpPr>
          <p:cNvPr id="16" name="Disclaimer">
            <a:extLst>
              <a:ext uri="{FF2B5EF4-FFF2-40B4-BE49-F238E27FC236}">
                <a16:creationId xmlns:a16="http://schemas.microsoft.com/office/drawing/2014/main" id="{A785335B-16F9-6F4B-9AC7-614641E447A6}"/>
              </a:ext>
            </a:extLst>
          </p:cNvPr>
          <p:cNvSpPr txBox="1"/>
          <p:nvPr/>
        </p:nvSpPr>
        <p:spPr>
          <a:xfrm>
            <a:off x="8205216" y="6429375"/>
            <a:ext cx="3209544" cy="228600"/>
          </a:xfrm>
          <a:prstGeom prst="rect">
            <a:avLst/>
          </a:prstGeom>
          <a:noFill/>
        </p:spPr>
        <p:txBody>
          <a:bodyPr wrap="square" lIns="0" tIns="0" rIns="0" bIns="9144" rtlCol="0" anchor="b" anchorCtr="0">
            <a:noAutofit/>
          </a:bodyPr>
          <a:lstStyle/>
          <a:p>
            <a:pPr marL="0" indent="0" algn="r">
              <a:lnSpc>
                <a:spcPct val="100000"/>
              </a:lnSpc>
              <a:spcBef>
                <a:spcPts val="0"/>
              </a:spcBef>
              <a:buSzPct val="100000"/>
              <a:buFontTx/>
              <a:buNone/>
            </a:pPr>
            <a:r>
              <a:rPr lang="en-US" sz="800" b="0"/>
              <a:t>Confidential - Internal Use Only</a:t>
            </a:r>
          </a:p>
        </p:txBody>
      </p:sp>
      <p:sp>
        <p:nvSpPr>
          <p:cNvPr id="6" name="Slide Number Placeholder 3">
            <a:extLst>
              <a:ext uri="{FF2B5EF4-FFF2-40B4-BE49-F238E27FC236}">
                <a16:creationId xmlns:a16="http://schemas.microsoft.com/office/drawing/2014/main" id="{79012A93-F35D-41B8-A960-2FAFDF3C47A5}"/>
              </a:ext>
            </a:extLst>
          </p:cNvPr>
          <p:cNvSpPr>
            <a:spLocks noGrp="1"/>
          </p:cNvSpPr>
          <p:nvPr>
            <p:ph type="sldNum" sz="quarter" idx="4"/>
          </p:nvPr>
        </p:nvSpPr>
        <p:spPr>
          <a:xfrm>
            <a:off x="11506200" y="6429375"/>
            <a:ext cx="320040" cy="228600"/>
          </a:xfrm>
          <a:prstGeom prst="rect">
            <a:avLst/>
          </a:prstGeom>
        </p:spPr>
        <p:txBody>
          <a:bodyPr vert="horz" wrap="none" lIns="0" tIns="0" rIns="0" bIns="0" rtlCol="0" anchor="b" anchorCtr="0"/>
          <a:lstStyle>
            <a:lvl1pPr algn="r">
              <a:defRPr sz="1000" b="1">
                <a:solidFill>
                  <a:schemeClr val="tx1"/>
                </a:solidFill>
              </a:defRPr>
            </a:lvl1pPr>
          </a:lstStyle>
          <a:p>
            <a:fld id="{FC8AEAA6-477F-478D-8487-87ED88CBDFAC}" type="slidenum">
              <a:rPr lang="en-US" smtClean="0"/>
              <a:t>‹#›</a:t>
            </a:fld>
            <a:endParaRPr lang="en-US"/>
          </a:p>
        </p:txBody>
      </p:sp>
    </p:spTree>
    <p:extLst>
      <p:ext uri="{BB962C8B-B14F-4D97-AF65-F5344CB8AC3E}">
        <p14:creationId xmlns:p14="http://schemas.microsoft.com/office/powerpoint/2010/main" val="14859796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200"/>
        </a:spcBef>
        <a:buClr>
          <a:srgbClr val="BE2BBB"/>
        </a:buClr>
        <a:buFont typeface="Trebuchet MS" panose="020B0603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4pPr>
      <a:lvl5pPr marL="11430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5pPr>
      <a:lvl6pPr marL="13716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6pPr>
      <a:lvl7pPr marL="16002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7pPr>
      <a:lvl8pPr marL="18288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8pPr>
      <a:lvl9pPr marL="20574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2000" kern="1200">
          <a:solidFill>
            <a:schemeClr val="tx1"/>
          </a:solidFill>
          <a:latin typeface="+mn-lt"/>
          <a:ea typeface="+mn-ea"/>
          <a:cs typeface="+mn-cs"/>
        </a:defRPr>
      </a:lvl2pPr>
      <a:lvl3pPr marL="914400" algn="l" defTabSz="914400" rtl="0" eaLnBrk="1" latinLnBrk="0" hangingPunct="1">
        <a:defRPr sz="2000" kern="1200">
          <a:solidFill>
            <a:schemeClr val="tx1"/>
          </a:solidFill>
          <a:latin typeface="+mn-lt"/>
          <a:ea typeface="+mn-ea"/>
          <a:cs typeface="+mn-cs"/>
        </a:defRPr>
      </a:lvl3pPr>
      <a:lvl4pPr marL="1371600" algn="l" defTabSz="914400" rtl="0" eaLnBrk="1" latinLnBrk="0" hangingPunct="1">
        <a:defRPr sz="2000" kern="1200">
          <a:solidFill>
            <a:schemeClr val="tx1"/>
          </a:solidFill>
          <a:latin typeface="+mn-lt"/>
          <a:ea typeface="+mn-ea"/>
          <a:cs typeface="+mn-cs"/>
        </a:defRPr>
      </a:lvl4pPr>
      <a:lvl5pPr marL="1828800" algn="l" defTabSz="914400" rtl="0" eaLnBrk="1" latinLnBrk="0" hangingPunct="1">
        <a:defRPr sz="2000" kern="1200">
          <a:solidFill>
            <a:schemeClr val="tx1"/>
          </a:solidFill>
          <a:latin typeface="+mn-lt"/>
          <a:ea typeface="+mn-ea"/>
          <a:cs typeface="+mn-cs"/>
        </a:defRPr>
      </a:lvl5pPr>
      <a:lvl6pPr marL="2286000" algn="l" defTabSz="914400" rtl="0" eaLnBrk="1" latinLnBrk="0" hangingPunct="1">
        <a:defRPr sz="2000" kern="1200">
          <a:solidFill>
            <a:schemeClr val="tx1"/>
          </a:solidFill>
          <a:latin typeface="+mn-lt"/>
          <a:ea typeface="+mn-ea"/>
          <a:cs typeface="+mn-cs"/>
        </a:defRPr>
      </a:lvl6pPr>
      <a:lvl7pPr marL="2743200" algn="l" defTabSz="914400" rtl="0" eaLnBrk="1" latinLnBrk="0" hangingPunct="1">
        <a:defRPr sz="2000" kern="1200">
          <a:solidFill>
            <a:schemeClr val="tx1"/>
          </a:solidFill>
          <a:latin typeface="+mn-lt"/>
          <a:ea typeface="+mn-ea"/>
          <a:cs typeface="+mn-cs"/>
        </a:defRPr>
      </a:lvl7pPr>
      <a:lvl8pPr marL="3200400" algn="l" defTabSz="914400" rtl="0" eaLnBrk="1" latinLnBrk="0" hangingPunct="1">
        <a:defRPr sz="2000" kern="1200">
          <a:solidFill>
            <a:schemeClr val="tx1"/>
          </a:solidFill>
          <a:latin typeface="+mn-lt"/>
          <a:ea typeface="+mn-ea"/>
          <a:cs typeface="+mn-cs"/>
        </a:defRPr>
      </a:lvl8pPr>
      <a:lvl9pPr marL="3657600" algn="l" defTabSz="914400" rtl="0" eaLnBrk="1" latinLnBrk="0" hangingPunct="1">
        <a:defRPr sz="20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p15:clr>
            <a:srgbClr val="F26B43"/>
          </p15:clr>
        </p15:guide>
        <p15:guide id="2" pos="230">
          <p15:clr>
            <a:srgbClr val="F26B43"/>
          </p15:clr>
        </p15:guide>
        <p15:guide id="3" pos="7450">
          <p15:clr>
            <a:srgbClr val="F26B43"/>
          </p15:clr>
        </p15:guide>
        <p15:guide id="5" orient="horz" pos="978">
          <p15:clr>
            <a:srgbClr val="F26B43"/>
          </p15:clr>
        </p15:guide>
        <p15:guide id="6" orient="horz" pos="38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C2FA27F2-0C30-66AC-6C12-5FB6BAA3774A}"/>
              </a:ext>
            </a:extLst>
          </p:cNvPr>
          <p:cNvSpPr>
            <a:spLocks noGrp="1"/>
          </p:cNvSpPr>
          <p:nvPr>
            <p:ph type="subTitle" idx="1"/>
          </p:nvPr>
        </p:nvSpPr>
        <p:spPr/>
        <p:txBody>
          <a:bodyPr/>
          <a:lstStyle/>
          <a:p>
            <a:r>
              <a:rPr lang="en-US"/>
              <a:t>The Marketing Quotient </a:t>
            </a:r>
          </a:p>
        </p:txBody>
      </p:sp>
      <p:sp>
        <p:nvSpPr>
          <p:cNvPr id="3" name="Title 2">
            <a:extLst>
              <a:ext uri="{FF2B5EF4-FFF2-40B4-BE49-F238E27FC236}">
                <a16:creationId xmlns:a16="http://schemas.microsoft.com/office/drawing/2014/main" id="{2D258791-55DA-C4D5-ADFA-EBF244E32C78}"/>
              </a:ext>
            </a:extLst>
          </p:cNvPr>
          <p:cNvSpPr>
            <a:spLocks noGrp="1"/>
          </p:cNvSpPr>
          <p:nvPr>
            <p:ph type="title"/>
          </p:nvPr>
        </p:nvSpPr>
        <p:spPr/>
        <p:txBody>
          <a:bodyPr/>
          <a:lstStyle/>
          <a:p>
            <a:r>
              <a:rPr lang="en-US"/>
              <a:t>Customer Segmentation</a:t>
            </a:r>
          </a:p>
        </p:txBody>
      </p:sp>
      <p:sp>
        <p:nvSpPr>
          <p:cNvPr id="4" name="Slide Number Placeholder 3">
            <a:extLst>
              <a:ext uri="{FF2B5EF4-FFF2-40B4-BE49-F238E27FC236}">
                <a16:creationId xmlns:a16="http://schemas.microsoft.com/office/drawing/2014/main" id="{25777B87-E90F-FF90-8B10-93EDC0EDB171}"/>
              </a:ext>
            </a:extLst>
          </p:cNvPr>
          <p:cNvSpPr>
            <a:spLocks noGrp="1"/>
          </p:cNvSpPr>
          <p:nvPr>
            <p:ph type="sldNum" sz="quarter" idx="12"/>
          </p:nvPr>
        </p:nvSpPr>
        <p:spPr/>
        <p:txBody>
          <a:bodyPr/>
          <a:lstStyle/>
          <a:p>
            <a:fld id="{FC8AEAA6-477F-478D-8487-87ED88CBDFAC}" type="slidenum">
              <a:rPr lang="en-US" smtClean="0"/>
              <a:t>1</a:t>
            </a:fld>
            <a:endParaRPr lang="en-US"/>
          </a:p>
        </p:txBody>
      </p:sp>
    </p:spTree>
    <p:extLst>
      <p:ext uri="{BB962C8B-B14F-4D97-AF65-F5344CB8AC3E}">
        <p14:creationId xmlns:p14="http://schemas.microsoft.com/office/powerpoint/2010/main" val="1127524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6247E-4308-7F56-81E9-1BD1AA1A641C}"/>
              </a:ext>
            </a:extLst>
          </p:cNvPr>
          <p:cNvSpPr>
            <a:spLocks noGrp="1"/>
          </p:cNvSpPr>
          <p:nvPr>
            <p:ph type="title"/>
          </p:nvPr>
        </p:nvSpPr>
        <p:spPr>
          <a:xfrm>
            <a:off x="365760" y="365760"/>
            <a:ext cx="11460480" cy="914400"/>
          </a:xfrm>
        </p:spPr>
        <p:txBody>
          <a:bodyPr/>
          <a:lstStyle/>
          <a:p>
            <a:r>
              <a:rPr lang="en-US"/>
              <a:t>Factors that inform a customer segment</a:t>
            </a:r>
          </a:p>
        </p:txBody>
      </p:sp>
      <p:sp>
        <p:nvSpPr>
          <p:cNvPr id="3" name="Slide Number Placeholder 2">
            <a:extLst>
              <a:ext uri="{FF2B5EF4-FFF2-40B4-BE49-F238E27FC236}">
                <a16:creationId xmlns:a16="http://schemas.microsoft.com/office/drawing/2014/main" id="{CAB95252-46CC-A554-19BE-8E7807CEFE39}"/>
              </a:ext>
            </a:extLst>
          </p:cNvPr>
          <p:cNvSpPr>
            <a:spLocks noGrp="1"/>
          </p:cNvSpPr>
          <p:nvPr>
            <p:ph type="sldNum" sz="quarter" idx="12"/>
          </p:nvPr>
        </p:nvSpPr>
        <p:spPr>
          <a:xfrm>
            <a:off x="11506200" y="6429375"/>
            <a:ext cx="320040" cy="228600"/>
          </a:xfrm>
        </p:spPr>
        <p:txBody>
          <a:bodyPr/>
          <a:lstStyle/>
          <a:p>
            <a:fld id="{B58DE5F1-E0F9-4CCA-92B7-7A6FC4DFEE14}" type="slidenum">
              <a:rPr lang="en-US" smtClean="0"/>
              <a:pPr/>
              <a:t>2</a:t>
            </a:fld>
            <a:endParaRPr lang="en-US"/>
          </a:p>
        </p:txBody>
      </p:sp>
      <p:graphicFrame>
        <p:nvGraphicFramePr>
          <p:cNvPr id="4" name="Table 4">
            <a:extLst>
              <a:ext uri="{FF2B5EF4-FFF2-40B4-BE49-F238E27FC236}">
                <a16:creationId xmlns:a16="http://schemas.microsoft.com/office/drawing/2014/main" id="{30F4FCC8-79C8-5BCC-DE58-7D918F4CBF75}"/>
              </a:ext>
            </a:extLst>
          </p:cNvPr>
          <p:cNvGraphicFramePr>
            <a:graphicFrameLocks noGrp="1"/>
          </p:cNvGraphicFramePr>
          <p:nvPr/>
        </p:nvGraphicFramePr>
        <p:xfrm>
          <a:off x="428622" y="996294"/>
          <a:ext cx="11334757" cy="5069222"/>
        </p:xfrm>
        <a:graphic>
          <a:graphicData uri="http://schemas.openxmlformats.org/drawingml/2006/table">
            <a:tbl>
              <a:tblPr firstRow="1" bandRow="1">
                <a:tableStyleId>{5C22544A-7EE6-4342-B048-85BDC9FD1C3A}</a:tableStyleId>
              </a:tblPr>
              <a:tblGrid>
                <a:gridCol w="3227169">
                  <a:extLst>
                    <a:ext uri="{9D8B030D-6E8A-4147-A177-3AD203B41FA5}">
                      <a16:colId xmlns:a16="http://schemas.microsoft.com/office/drawing/2014/main" val="3224872529"/>
                    </a:ext>
                  </a:extLst>
                </a:gridCol>
                <a:gridCol w="2026897">
                  <a:extLst>
                    <a:ext uri="{9D8B030D-6E8A-4147-A177-3AD203B41FA5}">
                      <a16:colId xmlns:a16="http://schemas.microsoft.com/office/drawing/2014/main" val="1557769997"/>
                    </a:ext>
                  </a:extLst>
                </a:gridCol>
                <a:gridCol w="2026897">
                  <a:extLst>
                    <a:ext uri="{9D8B030D-6E8A-4147-A177-3AD203B41FA5}">
                      <a16:colId xmlns:a16="http://schemas.microsoft.com/office/drawing/2014/main" val="1375330752"/>
                    </a:ext>
                  </a:extLst>
                </a:gridCol>
                <a:gridCol w="2026897">
                  <a:extLst>
                    <a:ext uri="{9D8B030D-6E8A-4147-A177-3AD203B41FA5}">
                      <a16:colId xmlns:a16="http://schemas.microsoft.com/office/drawing/2014/main" val="2395595615"/>
                    </a:ext>
                  </a:extLst>
                </a:gridCol>
                <a:gridCol w="2026897">
                  <a:extLst>
                    <a:ext uri="{9D8B030D-6E8A-4147-A177-3AD203B41FA5}">
                      <a16:colId xmlns:a16="http://schemas.microsoft.com/office/drawing/2014/main" val="2309981558"/>
                    </a:ext>
                  </a:extLst>
                </a:gridCol>
              </a:tblGrid>
              <a:tr h="414526">
                <a:tc>
                  <a:txBody>
                    <a:bodyPr/>
                    <a:lstStyle/>
                    <a:p>
                      <a:pPr>
                        <a:lnSpc>
                          <a:spcPct val="100000"/>
                        </a:lnSpc>
                      </a:pPr>
                      <a:endParaRPr lang="en-US" spc="0">
                        <a:solidFill>
                          <a:schemeClr val="tx1"/>
                        </a:solidFill>
                      </a:endParaRPr>
                    </a:p>
                  </a:txBody>
                  <a:tcPr anchor="ctr">
                    <a:lnL w="12700" cmpd="sng">
                      <a:noFill/>
                    </a:lnL>
                    <a:lnR w="12700" cmpd="sng">
                      <a:noFill/>
                    </a:lnR>
                    <a:lnT w="12700" cmpd="sng">
                      <a:noFill/>
                    </a:lnT>
                    <a:lnB w="12700" cap="flat" cmpd="sng" algn="ctr">
                      <a:solidFill>
                        <a:srgbClr val="BE2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1600" spc="0">
                          <a:solidFill>
                            <a:srgbClr val="BE2BBB"/>
                          </a:solidFill>
                        </a:rPr>
                        <a:t>Segment 1</a:t>
                      </a:r>
                    </a:p>
                  </a:txBody>
                  <a:tcPr anchor="ctr">
                    <a:lnL w="12700" cmpd="sng">
                      <a:noFill/>
                    </a:lnL>
                    <a:lnR w="12700" cmpd="sng">
                      <a:noFill/>
                    </a:lnR>
                    <a:lnT w="12700" cmpd="sng">
                      <a:noFill/>
                    </a:lnT>
                    <a:lnB w="12700" cap="flat" cmpd="sng" algn="ctr">
                      <a:solidFill>
                        <a:srgbClr val="BE2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1600" spc="0">
                          <a:solidFill>
                            <a:srgbClr val="BE2BBB"/>
                          </a:solidFill>
                        </a:rPr>
                        <a:t>Segment 2</a:t>
                      </a:r>
                    </a:p>
                  </a:txBody>
                  <a:tcPr anchor="ctr">
                    <a:lnL w="12700" cmpd="sng">
                      <a:noFill/>
                    </a:lnL>
                    <a:lnR w="12700" cmpd="sng">
                      <a:noFill/>
                    </a:lnR>
                    <a:lnT w="12700" cmpd="sng">
                      <a:noFill/>
                    </a:lnT>
                    <a:lnB w="12700" cap="flat" cmpd="sng" algn="ctr">
                      <a:solidFill>
                        <a:srgbClr val="BE2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spc="0">
                          <a:solidFill>
                            <a:srgbClr val="BE2BBB"/>
                          </a:solidFill>
                        </a:rPr>
                        <a:t>Segment 3</a:t>
                      </a:r>
                    </a:p>
                  </a:txBody>
                  <a:tcPr anchor="ctr">
                    <a:lnL w="12700" cmpd="sng">
                      <a:noFill/>
                    </a:lnL>
                    <a:lnR w="12700" cmpd="sng">
                      <a:noFill/>
                    </a:lnR>
                    <a:lnT w="12700" cmpd="sng">
                      <a:noFill/>
                    </a:lnT>
                    <a:lnB w="12700" cap="flat" cmpd="sng" algn="ctr">
                      <a:solidFill>
                        <a:srgbClr val="BE2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spc="0">
                          <a:solidFill>
                            <a:srgbClr val="BE2BBB"/>
                          </a:solidFill>
                        </a:rPr>
                        <a:t>Segment 4</a:t>
                      </a:r>
                    </a:p>
                  </a:txBody>
                  <a:tcPr anchor="ctr">
                    <a:lnL w="12700" cmpd="sng">
                      <a:noFill/>
                    </a:lnL>
                    <a:lnR w="12700" cmpd="sng">
                      <a:noFill/>
                    </a:lnR>
                    <a:lnT w="12700" cmpd="sng">
                      <a:noFill/>
                    </a:lnT>
                    <a:lnB w="12700" cap="flat" cmpd="sng" algn="ctr">
                      <a:solidFill>
                        <a:srgbClr val="BE2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7068273"/>
                  </a:ext>
                </a:extLst>
              </a:tr>
              <a:tr h="701505">
                <a:tc>
                  <a:txBody>
                    <a:bodyPr/>
                    <a:lstStyle/>
                    <a:p>
                      <a:pPr algn="l">
                        <a:lnSpc>
                          <a:spcPct val="100000"/>
                        </a:lnSpc>
                      </a:pPr>
                      <a:r>
                        <a:rPr lang="en-US" sz="1400" b="1" spc="0">
                          <a:solidFill>
                            <a:schemeClr val="tx1"/>
                          </a:solidFill>
                        </a:rPr>
                        <a:t>Demographics </a:t>
                      </a:r>
                    </a:p>
                    <a:p>
                      <a:pPr algn="l">
                        <a:lnSpc>
                          <a:spcPct val="100000"/>
                        </a:lnSpc>
                      </a:pPr>
                      <a:r>
                        <a:rPr lang="en-US" sz="1200" spc="0">
                          <a:solidFill>
                            <a:schemeClr val="tx1"/>
                          </a:solidFill>
                        </a:rPr>
                        <a:t>(i.e., age, gender, etc.)</a:t>
                      </a:r>
                      <a:endParaRPr lang="en-US" sz="1400" spc="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solidFill>
                        <a:srgbClr val="BE2BBB"/>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EE7E7"/>
                    </a:solidFill>
                  </a:tcPr>
                </a:tc>
                <a:tc>
                  <a:txBody>
                    <a:bodyPr/>
                    <a:lstStyle/>
                    <a:p>
                      <a:pPr algn="ctr">
                        <a:lnSpc>
                          <a:spcPct val="100000"/>
                        </a:lnSpc>
                      </a:pPr>
                      <a:endParaRPr lang="en-US" sz="1600" spc="0" dirty="0">
                        <a:solidFill>
                          <a:schemeClr val="tx1"/>
                        </a:solidFill>
                      </a:endParaRPr>
                    </a:p>
                  </a:txBody>
                  <a:tcPr>
                    <a:lnL w="12700" cap="flat" cmpd="sng" algn="ctr">
                      <a:noFill/>
                      <a:prstDash val="solid"/>
                      <a:round/>
                      <a:headEnd type="none" w="med" len="med"/>
                      <a:tailEnd type="none" w="med" len="med"/>
                    </a:lnL>
                    <a:lnR w="3175" cap="flat" cmpd="sng" algn="ctr">
                      <a:solidFill>
                        <a:srgbClr val="A69F9F"/>
                      </a:solidFill>
                      <a:prstDash val="solid"/>
                      <a:round/>
                      <a:headEnd type="none" w="med" len="med"/>
                      <a:tailEnd type="none" w="med" len="med"/>
                    </a:lnR>
                    <a:lnT w="12700" cap="flat" cmpd="sng" algn="ctr">
                      <a:solidFill>
                        <a:srgbClr val="BE2BBB"/>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12700" cap="flat" cmpd="sng" algn="ctr">
                      <a:solidFill>
                        <a:srgbClr val="BE2BBB"/>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12700" cap="flat" cmpd="sng" algn="ctr">
                      <a:solidFill>
                        <a:srgbClr val="BE2BBB"/>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12700" cmpd="sng">
                      <a:noFill/>
                    </a:lnR>
                    <a:lnT w="12700" cap="flat" cmpd="sng" algn="ctr">
                      <a:solidFill>
                        <a:srgbClr val="BE2BBB"/>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3354999"/>
                  </a:ext>
                </a:extLst>
              </a:tr>
              <a:tr h="7015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spc="0">
                          <a:solidFill>
                            <a:schemeClr val="tx1"/>
                          </a:solidFill>
                        </a:rPr>
                        <a:t>Preferences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mn-cs"/>
                        </a:rPr>
                        <a:t>(i.e., channel preference, detailing, call frequency) </a:t>
                      </a:r>
                      <a:endParaRPr kumimoji="0" lang="en-US" sz="1400" b="0" i="0" u="none" strike="noStrike" kern="1200" cap="none" spc="0" normalizeH="0" baseline="0" noProof="0">
                        <a:ln>
                          <a:noFill/>
                        </a:ln>
                        <a:solidFill>
                          <a:schemeClr val="tx1"/>
                        </a:solidFill>
                        <a:effectLst/>
                        <a:uLnTx/>
                        <a:uFillTx/>
                        <a:latin typeface="+mn-lt"/>
                        <a:ea typeface="+mn-ea"/>
                        <a:cs typeface="+mn-cs"/>
                      </a:endParaRPr>
                    </a:p>
                  </a:txBody>
                  <a:tcPr anchor="ctr">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EE7E7"/>
                    </a:solidFill>
                  </a:tcPr>
                </a:tc>
                <a:tc>
                  <a:txBody>
                    <a:bodyPr/>
                    <a:lstStyle/>
                    <a:p>
                      <a:pPr algn="ctr">
                        <a:lnSpc>
                          <a:spcPct val="100000"/>
                        </a:lnSpc>
                      </a:pPr>
                      <a:endParaRPr lang="en-US" sz="1600" spc="0" dirty="0">
                        <a:solidFill>
                          <a:schemeClr val="tx1"/>
                        </a:solidFill>
                      </a:endParaRPr>
                    </a:p>
                  </a:txBody>
                  <a:tcPr>
                    <a:lnL w="12700" cap="flat" cmpd="sng" algn="ctr">
                      <a:no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12700" cmpd="sng">
                      <a:noFill/>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3463113"/>
                  </a:ext>
                </a:extLst>
              </a:tr>
              <a:tr h="701505">
                <a:tc>
                  <a:txBody>
                    <a:bodyPr/>
                    <a:lstStyle/>
                    <a:p>
                      <a:pPr algn="l">
                        <a:lnSpc>
                          <a:spcPct val="100000"/>
                        </a:lnSpc>
                      </a:pPr>
                      <a:r>
                        <a:rPr lang="en-US" sz="1400" b="1" spc="0">
                          <a:solidFill>
                            <a:schemeClr val="tx1"/>
                          </a:solidFill>
                        </a:rPr>
                        <a:t>Attitudes/Beliefs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mn-cs"/>
                        </a:rPr>
                        <a:t>(i.e., overall mindset, treatment approach, product perceptions) </a:t>
                      </a:r>
                      <a:endParaRPr kumimoji="0" lang="en-US" sz="1400" b="0" i="0" u="none" strike="noStrike" kern="1200" cap="none" spc="0" normalizeH="0" baseline="0" noProof="0">
                        <a:ln>
                          <a:noFill/>
                        </a:ln>
                        <a:solidFill>
                          <a:schemeClr val="tx1"/>
                        </a:solidFill>
                        <a:effectLst/>
                        <a:uLnTx/>
                        <a:uFillTx/>
                        <a:latin typeface="+mn-lt"/>
                        <a:ea typeface="+mn-ea"/>
                        <a:cs typeface="+mn-cs"/>
                      </a:endParaRPr>
                    </a:p>
                  </a:txBody>
                  <a:tcPr anchor="ctr">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EE7E7"/>
                    </a:solidFill>
                  </a:tcPr>
                </a:tc>
                <a:tc>
                  <a:txBody>
                    <a:bodyPr/>
                    <a:lstStyle/>
                    <a:p>
                      <a:pPr algn="ctr">
                        <a:lnSpc>
                          <a:spcPct val="100000"/>
                        </a:lnSpc>
                      </a:pPr>
                      <a:endParaRPr lang="en-US" sz="1600" spc="0">
                        <a:solidFill>
                          <a:schemeClr val="tx1"/>
                        </a:solidFill>
                      </a:endParaRPr>
                    </a:p>
                  </a:txBody>
                  <a:tcPr>
                    <a:lnL w="12700" cap="flat" cmpd="sng" algn="ctr">
                      <a:no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12700" cmpd="sng">
                      <a:noFill/>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6199234"/>
                  </a:ext>
                </a:extLst>
              </a:tr>
              <a:tr h="701505">
                <a:tc>
                  <a:txBody>
                    <a:bodyPr/>
                    <a:lstStyle/>
                    <a:p>
                      <a:pPr algn="l">
                        <a:lnSpc>
                          <a:spcPct val="100000"/>
                        </a:lnSpc>
                      </a:pPr>
                      <a:r>
                        <a:rPr lang="en-US" sz="1400" b="1" spc="0">
                          <a:solidFill>
                            <a:schemeClr val="tx1"/>
                          </a:solidFill>
                        </a:rPr>
                        <a:t>Capabilities </a:t>
                      </a:r>
                    </a:p>
                    <a:p>
                      <a:pPr algn="l">
                        <a:lnSpc>
                          <a:spcPct val="100000"/>
                        </a:lnSpc>
                      </a:pPr>
                      <a:r>
                        <a:rPr kumimoji="0" lang="en-US" sz="1200" b="0" i="0" u="none" strike="noStrike" kern="1200" cap="none" spc="0" normalizeH="0" baseline="0">
                          <a:ln>
                            <a:noFill/>
                          </a:ln>
                          <a:solidFill>
                            <a:schemeClr val="tx1"/>
                          </a:solidFill>
                          <a:effectLst/>
                          <a:uLnTx/>
                          <a:uFillTx/>
                          <a:latin typeface="+mn-lt"/>
                          <a:ea typeface="+mn-ea"/>
                          <a:cs typeface="+mn-cs"/>
                        </a:rPr>
                        <a:t>(i.e., support staff/caregiver availability and or knowledge) </a:t>
                      </a:r>
                    </a:p>
                  </a:txBody>
                  <a:tcPr anchor="ctr">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EE7E7"/>
                    </a:solidFill>
                  </a:tcPr>
                </a:tc>
                <a:tc>
                  <a:txBody>
                    <a:bodyPr/>
                    <a:lstStyle/>
                    <a:p>
                      <a:pPr algn="ctr">
                        <a:lnSpc>
                          <a:spcPct val="100000"/>
                        </a:lnSpc>
                      </a:pPr>
                      <a:endParaRPr lang="en-US" sz="1600" spc="0">
                        <a:solidFill>
                          <a:schemeClr val="tx1"/>
                        </a:solidFill>
                      </a:endParaRPr>
                    </a:p>
                  </a:txBody>
                  <a:tcPr>
                    <a:lnL w="12700" cap="flat" cmpd="sng" algn="ctr">
                      <a:no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12700" cmpd="sng">
                      <a:noFill/>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0400261"/>
                  </a:ext>
                </a:extLst>
              </a:tr>
              <a:tr h="701505">
                <a:tc>
                  <a:txBody>
                    <a:bodyPr/>
                    <a:lstStyle/>
                    <a:p>
                      <a:pPr algn="l">
                        <a:lnSpc>
                          <a:spcPct val="100000"/>
                        </a:lnSpc>
                      </a:pPr>
                      <a:r>
                        <a:rPr lang="en-US" sz="1400" b="1" spc="0">
                          <a:solidFill>
                            <a:schemeClr val="tx1"/>
                          </a:solidFill>
                        </a:rPr>
                        <a:t>Environment </a:t>
                      </a:r>
                    </a:p>
                    <a:p>
                      <a:pPr algn="l">
                        <a:lnSpc>
                          <a:spcPct val="100000"/>
                        </a:lnSpc>
                      </a:pPr>
                      <a:r>
                        <a:rPr kumimoji="0" lang="en-US" sz="1200" b="0" i="0" u="none" strike="noStrike" kern="1200" cap="none" spc="0" normalizeH="0" baseline="0">
                          <a:ln>
                            <a:noFill/>
                          </a:ln>
                          <a:solidFill>
                            <a:schemeClr val="tx1"/>
                          </a:solidFill>
                          <a:effectLst/>
                          <a:uLnTx/>
                          <a:uFillTx/>
                          <a:latin typeface="+mn-lt"/>
                          <a:ea typeface="+mn-ea"/>
                          <a:cs typeface="+mn-cs"/>
                        </a:rPr>
                        <a:t>(i.e., practice size, socio-economic environment, location) </a:t>
                      </a:r>
                    </a:p>
                  </a:txBody>
                  <a:tcPr anchor="ctr">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EE7E7"/>
                    </a:solidFill>
                  </a:tcPr>
                </a:tc>
                <a:tc>
                  <a:txBody>
                    <a:bodyPr/>
                    <a:lstStyle/>
                    <a:p>
                      <a:pPr algn="ctr">
                        <a:lnSpc>
                          <a:spcPct val="100000"/>
                        </a:lnSpc>
                      </a:pPr>
                      <a:endParaRPr lang="en-US" sz="1600" spc="0">
                        <a:solidFill>
                          <a:schemeClr val="tx1"/>
                        </a:solidFill>
                      </a:endParaRPr>
                    </a:p>
                  </a:txBody>
                  <a:tcPr>
                    <a:lnL w="12700" cap="flat" cmpd="sng" algn="ctr">
                      <a:no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12700" cmpd="sng">
                      <a:noFill/>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3208818"/>
                  </a:ext>
                </a:extLst>
              </a:tr>
              <a:tr h="7015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spc="0">
                          <a:solidFill>
                            <a:schemeClr val="tx1"/>
                          </a:solidFill>
                        </a:rPr>
                        <a:t>Behaviors</a:t>
                      </a:r>
                      <a:r>
                        <a:rPr lang="en-US" sz="1400" spc="0">
                          <a:solidFill>
                            <a:schemeClr val="tx1"/>
                          </a:solidFill>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mn-lt"/>
                          <a:ea typeface="+mn-ea"/>
                          <a:cs typeface="+mn-cs"/>
                        </a:rPr>
                        <a:t>(i.e., product usage, early adopter status, practice affinity) </a:t>
                      </a:r>
                    </a:p>
                  </a:txBody>
                  <a:tcPr anchor="ctr">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EEE7E7"/>
                    </a:solidFill>
                  </a:tcPr>
                </a:tc>
                <a:tc>
                  <a:txBody>
                    <a:bodyPr/>
                    <a:lstStyle/>
                    <a:p>
                      <a:pPr algn="ctr">
                        <a:lnSpc>
                          <a:spcPct val="100000"/>
                        </a:lnSpc>
                      </a:pPr>
                      <a:endParaRPr lang="en-US" sz="1600" spc="0">
                        <a:solidFill>
                          <a:schemeClr val="tx1"/>
                        </a:solidFill>
                      </a:endParaRPr>
                    </a:p>
                  </a:txBody>
                  <a:tcPr>
                    <a:lnL w="12700" cap="flat" cmpd="sng" algn="ctr">
                      <a:no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12700" cmpd="sng">
                      <a:noFill/>
                    </a:lnR>
                    <a:lnT w="3175" cap="flat" cmpd="sng" algn="ctr">
                      <a:solidFill>
                        <a:srgbClr val="A69F9F"/>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6772606"/>
                  </a:ext>
                </a:extLst>
              </a:tr>
              <a:tr h="445666">
                <a:tc>
                  <a:txBody>
                    <a:bodyPr/>
                    <a:lstStyle/>
                    <a:p>
                      <a:pPr algn="l">
                        <a:lnSpc>
                          <a:spcPct val="100000"/>
                        </a:lnSpc>
                      </a:pPr>
                      <a:r>
                        <a:rPr lang="en-US" sz="1600" b="1" spc="0">
                          <a:solidFill>
                            <a:schemeClr val="tx1"/>
                          </a:solidFill>
                        </a:rPr>
                        <a:t>Drivers/Barriers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ECCD"/>
                    </a:solidFill>
                  </a:tcPr>
                </a:tc>
                <a:tc>
                  <a:txBody>
                    <a:bodyPr/>
                    <a:lstStyle/>
                    <a:p>
                      <a:pPr algn="ctr">
                        <a:lnSpc>
                          <a:spcPct val="100000"/>
                        </a:lnSpc>
                      </a:pPr>
                      <a:endParaRPr lang="en-US" spc="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ECCD"/>
                    </a:solidFill>
                  </a:tcPr>
                </a:tc>
                <a:tc>
                  <a:txBody>
                    <a:bodyPr/>
                    <a:lstStyle/>
                    <a:p>
                      <a:pPr algn="ctr">
                        <a:lnSpc>
                          <a:spcPct val="100000"/>
                        </a:lnSpc>
                      </a:pPr>
                      <a:endParaRPr lang="en-US" spc="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ECCD"/>
                    </a:solidFill>
                  </a:tcPr>
                </a:tc>
                <a:tc>
                  <a:txBody>
                    <a:bodyPr/>
                    <a:lstStyle/>
                    <a:p>
                      <a:pPr algn="ctr">
                        <a:lnSpc>
                          <a:spcPct val="100000"/>
                        </a:lnSpc>
                      </a:pPr>
                      <a:endParaRPr lang="en-US" spc="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ECCD"/>
                    </a:solidFill>
                  </a:tcPr>
                </a:tc>
                <a:tc>
                  <a:txBody>
                    <a:bodyPr/>
                    <a:lstStyle/>
                    <a:p>
                      <a:pPr algn="ctr">
                        <a:lnSpc>
                          <a:spcPct val="100000"/>
                        </a:lnSpc>
                      </a:pPr>
                      <a:endParaRPr lang="en-US" spc="0"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ECCD"/>
                    </a:solidFill>
                  </a:tcPr>
                </a:tc>
                <a:extLst>
                  <a:ext uri="{0D108BD9-81ED-4DB2-BD59-A6C34878D82A}">
                    <a16:rowId xmlns:a16="http://schemas.microsoft.com/office/drawing/2014/main" val="3865161341"/>
                  </a:ext>
                </a:extLst>
              </a:tr>
            </a:tbl>
          </a:graphicData>
        </a:graphic>
      </p:graphicFrame>
      <p:sp>
        <p:nvSpPr>
          <p:cNvPr id="7" name="Rectangle 6">
            <a:extLst>
              <a:ext uri="{FF2B5EF4-FFF2-40B4-BE49-F238E27FC236}">
                <a16:creationId xmlns:a16="http://schemas.microsoft.com/office/drawing/2014/main" id="{598886E0-480D-07E7-1CDA-3CA9222D8B74}"/>
              </a:ext>
            </a:extLst>
          </p:cNvPr>
          <p:cNvSpPr>
            <a:spLocks/>
          </p:cNvSpPr>
          <p:nvPr/>
        </p:nvSpPr>
        <p:spPr>
          <a:xfrm>
            <a:off x="365125" y="927713"/>
            <a:ext cx="11461750" cy="5206387"/>
          </a:xfrm>
          <a:prstGeom prst="rect">
            <a:avLst/>
          </a:prstGeom>
          <a:noFill/>
          <a:ln w="6350">
            <a:solidFill>
              <a:srgbClr val="A69F9F"/>
            </a:solid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IN" sz="2000"/>
          </a:p>
        </p:txBody>
      </p:sp>
    </p:spTree>
    <p:extLst>
      <p:ext uri="{BB962C8B-B14F-4D97-AF65-F5344CB8AC3E}">
        <p14:creationId xmlns:p14="http://schemas.microsoft.com/office/powerpoint/2010/main" val="12949578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6F702C04-2BFA-BA5F-173B-C7C1E2D5612A}"/>
              </a:ext>
            </a:extLst>
          </p:cNvPr>
          <p:cNvSpPr>
            <a:spLocks noGrp="1"/>
          </p:cNvSpPr>
          <p:nvPr>
            <p:ph type="title"/>
          </p:nvPr>
        </p:nvSpPr>
        <p:spPr>
          <a:xfrm>
            <a:off x="365125" y="365125"/>
            <a:ext cx="11461750" cy="914400"/>
          </a:xfrm>
        </p:spPr>
        <p:txBody>
          <a:bodyPr/>
          <a:lstStyle/>
          <a:p>
            <a:r>
              <a:rPr lang="en-US"/>
              <a:t>Prioritization of the customer segments </a:t>
            </a:r>
            <a:endParaRPr lang="en-IN"/>
          </a:p>
        </p:txBody>
      </p:sp>
      <p:sp>
        <p:nvSpPr>
          <p:cNvPr id="3" name="Slide Number Placeholder 2">
            <a:extLst>
              <a:ext uri="{FF2B5EF4-FFF2-40B4-BE49-F238E27FC236}">
                <a16:creationId xmlns:a16="http://schemas.microsoft.com/office/drawing/2014/main" id="{85C6E4C8-3B14-02B2-520E-AA44ACD7E438}"/>
              </a:ext>
            </a:extLst>
          </p:cNvPr>
          <p:cNvSpPr>
            <a:spLocks noGrp="1"/>
          </p:cNvSpPr>
          <p:nvPr>
            <p:ph type="sldNum" sz="quarter" idx="12"/>
          </p:nvPr>
        </p:nvSpPr>
        <p:spPr>
          <a:xfrm>
            <a:off x="11506200" y="6429375"/>
            <a:ext cx="320040" cy="228600"/>
          </a:xfrm>
        </p:spPr>
        <p:txBody>
          <a:bodyPr/>
          <a:lstStyle/>
          <a:p>
            <a:fld id="{B58DE5F1-E0F9-4CCA-92B7-7A6FC4DFEE14}" type="slidenum">
              <a:rPr lang="en-US" smtClean="0"/>
              <a:pPr/>
              <a:t>3</a:t>
            </a:fld>
            <a:endParaRPr lang="en-US"/>
          </a:p>
        </p:txBody>
      </p:sp>
      <p:sp>
        <p:nvSpPr>
          <p:cNvPr id="6" name="Oval 5">
            <a:extLst>
              <a:ext uri="{FF2B5EF4-FFF2-40B4-BE49-F238E27FC236}">
                <a16:creationId xmlns:a16="http://schemas.microsoft.com/office/drawing/2014/main" id="{F480DC27-0765-A430-4F0D-5D4F081A4391}"/>
              </a:ext>
            </a:extLst>
          </p:cNvPr>
          <p:cNvSpPr>
            <a:spLocks noChangeArrowheads="1"/>
          </p:cNvSpPr>
          <p:nvPr/>
        </p:nvSpPr>
        <p:spPr bwMode="auto">
          <a:xfrm>
            <a:off x="2803525" y="5834693"/>
            <a:ext cx="294014" cy="294014"/>
          </a:xfrm>
          <a:prstGeom prst="ellipse">
            <a:avLst/>
          </a:prstGeom>
          <a:solidFill>
            <a:srgbClr val="009A46"/>
          </a:solidFill>
          <a:ln w="19050">
            <a:noFill/>
            <a:round/>
            <a:headEnd/>
            <a:tailEnd/>
          </a:ln>
        </p:spPr>
        <p:txBody>
          <a:bodyPr wrap="none" lIns="620640" tIns="45720" rIns="91440" bIns="45720" anchor="ctr"/>
          <a:lstStyle/>
          <a:p>
            <a:r>
              <a:rPr lang="en-US" sz="1400"/>
              <a:t>High</a:t>
            </a:r>
            <a:endParaRPr lang="en-US" sz="2400"/>
          </a:p>
        </p:txBody>
      </p:sp>
      <p:sp>
        <p:nvSpPr>
          <p:cNvPr id="7" name="Oval 6">
            <a:extLst>
              <a:ext uri="{FF2B5EF4-FFF2-40B4-BE49-F238E27FC236}">
                <a16:creationId xmlns:a16="http://schemas.microsoft.com/office/drawing/2014/main" id="{8D6C6EC1-17C5-CAA4-C52D-5AB701A27AE4}"/>
              </a:ext>
            </a:extLst>
          </p:cNvPr>
          <p:cNvSpPr>
            <a:spLocks noChangeArrowheads="1"/>
          </p:cNvSpPr>
          <p:nvPr/>
        </p:nvSpPr>
        <p:spPr bwMode="auto">
          <a:xfrm>
            <a:off x="5064957" y="5834693"/>
            <a:ext cx="294014" cy="294014"/>
          </a:xfrm>
          <a:prstGeom prst="ellipse">
            <a:avLst/>
          </a:prstGeom>
          <a:solidFill>
            <a:srgbClr val="FF0000"/>
          </a:solidFill>
          <a:ln w="19050">
            <a:noFill/>
            <a:round/>
            <a:headEnd/>
            <a:tailEnd/>
          </a:ln>
        </p:spPr>
        <p:txBody>
          <a:bodyPr wrap="none" lIns="620640" tIns="45720" rIns="91440" bIns="45720" anchor="ctr"/>
          <a:lstStyle/>
          <a:p>
            <a:r>
              <a:rPr lang="en-US" sz="1400"/>
              <a:t>Low</a:t>
            </a:r>
            <a:endParaRPr lang="en-US" sz="2400"/>
          </a:p>
        </p:txBody>
      </p:sp>
      <p:sp>
        <p:nvSpPr>
          <p:cNvPr id="8" name="Oval 7">
            <a:extLst>
              <a:ext uri="{FF2B5EF4-FFF2-40B4-BE49-F238E27FC236}">
                <a16:creationId xmlns:a16="http://schemas.microsoft.com/office/drawing/2014/main" id="{458CA81A-F337-16C0-B63F-188F09A752C6}"/>
              </a:ext>
            </a:extLst>
          </p:cNvPr>
          <p:cNvSpPr>
            <a:spLocks noChangeArrowheads="1"/>
          </p:cNvSpPr>
          <p:nvPr/>
        </p:nvSpPr>
        <p:spPr bwMode="auto">
          <a:xfrm>
            <a:off x="3847854" y="5834693"/>
            <a:ext cx="294014" cy="294014"/>
          </a:xfrm>
          <a:prstGeom prst="ellipse">
            <a:avLst/>
          </a:prstGeom>
          <a:solidFill>
            <a:srgbClr val="FFC000"/>
          </a:solidFill>
          <a:ln w="19050">
            <a:noFill/>
            <a:round/>
            <a:headEnd/>
            <a:tailEnd/>
          </a:ln>
        </p:spPr>
        <p:txBody>
          <a:bodyPr wrap="none" lIns="620640" tIns="45720" rIns="91440" bIns="45720" anchor="ctr"/>
          <a:lstStyle/>
          <a:p>
            <a:r>
              <a:rPr lang="en-US" sz="1400"/>
              <a:t>Medium</a:t>
            </a:r>
            <a:endParaRPr lang="en-US" sz="2400"/>
          </a:p>
        </p:txBody>
      </p:sp>
      <p:sp>
        <p:nvSpPr>
          <p:cNvPr id="16" name="TextBox 15">
            <a:extLst>
              <a:ext uri="{FF2B5EF4-FFF2-40B4-BE49-F238E27FC236}">
                <a16:creationId xmlns:a16="http://schemas.microsoft.com/office/drawing/2014/main" id="{5A9D3A2F-AD20-445C-9233-EEF47A3E2E31}"/>
              </a:ext>
            </a:extLst>
          </p:cNvPr>
          <p:cNvSpPr txBox="1"/>
          <p:nvPr/>
        </p:nvSpPr>
        <p:spPr>
          <a:xfrm>
            <a:off x="365125" y="5858590"/>
            <a:ext cx="2277868" cy="246221"/>
          </a:xfrm>
          <a:prstGeom prst="rect">
            <a:avLst/>
          </a:prstGeom>
          <a:noFill/>
        </p:spPr>
        <p:txBody>
          <a:bodyPr wrap="none" lIns="0" tIns="0" rIns="0" bIns="0">
            <a:spAutoFit/>
          </a:bodyPr>
          <a:lstStyle/>
          <a:p>
            <a:r>
              <a:rPr lang="en-US" sz="1600"/>
              <a:t>Segment priority legend </a:t>
            </a:r>
            <a:endParaRPr lang="en-IN" sz="1600"/>
          </a:p>
        </p:txBody>
      </p:sp>
      <p:graphicFrame>
        <p:nvGraphicFramePr>
          <p:cNvPr id="22" name="Table 4">
            <a:extLst>
              <a:ext uri="{FF2B5EF4-FFF2-40B4-BE49-F238E27FC236}">
                <a16:creationId xmlns:a16="http://schemas.microsoft.com/office/drawing/2014/main" id="{5F2A9CD2-14FE-D616-5D9D-108083981C3A}"/>
              </a:ext>
            </a:extLst>
          </p:cNvPr>
          <p:cNvGraphicFramePr>
            <a:graphicFrameLocks noGrp="1"/>
          </p:cNvGraphicFramePr>
          <p:nvPr/>
        </p:nvGraphicFramePr>
        <p:xfrm>
          <a:off x="428622" y="996294"/>
          <a:ext cx="11334758" cy="4622162"/>
        </p:xfrm>
        <a:graphic>
          <a:graphicData uri="http://schemas.openxmlformats.org/drawingml/2006/table">
            <a:tbl>
              <a:tblPr firstRow="1" bandRow="1">
                <a:tableStyleId>{5C22544A-7EE6-4342-B048-85BDC9FD1C3A}</a:tableStyleId>
              </a:tblPr>
              <a:tblGrid>
                <a:gridCol w="1430658">
                  <a:extLst>
                    <a:ext uri="{9D8B030D-6E8A-4147-A177-3AD203B41FA5}">
                      <a16:colId xmlns:a16="http://schemas.microsoft.com/office/drawing/2014/main" val="3224872529"/>
                    </a:ext>
                  </a:extLst>
                </a:gridCol>
                <a:gridCol w="2476025">
                  <a:extLst>
                    <a:ext uri="{9D8B030D-6E8A-4147-A177-3AD203B41FA5}">
                      <a16:colId xmlns:a16="http://schemas.microsoft.com/office/drawing/2014/main" val="1557769997"/>
                    </a:ext>
                  </a:extLst>
                </a:gridCol>
                <a:gridCol w="2476025">
                  <a:extLst>
                    <a:ext uri="{9D8B030D-6E8A-4147-A177-3AD203B41FA5}">
                      <a16:colId xmlns:a16="http://schemas.microsoft.com/office/drawing/2014/main" val="1375330752"/>
                    </a:ext>
                  </a:extLst>
                </a:gridCol>
                <a:gridCol w="2476025">
                  <a:extLst>
                    <a:ext uri="{9D8B030D-6E8A-4147-A177-3AD203B41FA5}">
                      <a16:colId xmlns:a16="http://schemas.microsoft.com/office/drawing/2014/main" val="2395595615"/>
                    </a:ext>
                  </a:extLst>
                </a:gridCol>
                <a:gridCol w="2476025">
                  <a:extLst>
                    <a:ext uri="{9D8B030D-6E8A-4147-A177-3AD203B41FA5}">
                      <a16:colId xmlns:a16="http://schemas.microsoft.com/office/drawing/2014/main" val="2309981558"/>
                    </a:ext>
                  </a:extLst>
                </a:gridCol>
              </a:tblGrid>
              <a:tr h="414526">
                <a:tc>
                  <a:txBody>
                    <a:bodyPr/>
                    <a:lstStyle/>
                    <a:p>
                      <a:pPr>
                        <a:lnSpc>
                          <a:spcPct val="100000"/>
                        </a:lnSpc>
                      </a:pPr>
                      <a:endParaRPr lang="en-US" spc="0">
                        <a:solidFill>
                          <a:schemeClr val="tx1"/>
                        </a:solidFill>
                      </a:endParaRPr>
                    </a:p>
                  </a:txBody>
                  <a:tcPr anchor="ctr">
                    <a:lnL w="12700" cmpd="sng">
                      <a:noFill/>
                    </a:lnL>
                    <a:lnR w="12700" cmpd="sng">
                      <a:noFill/>
                    </a:lnR>
                    <a:lnT w="12700" cmpd="sng">
                      <a:noFill/>
                    </a:lnT>
                    <a:lnB w="12700" cap="flat" cmpd="sng" algn="ctr">
                      <a:solidFill>
                        <a:srgbClr val="BE2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1600" spc="0">
                          <a:solidFill>
                            <a:srgbClr val="BE2BBB"/>
                          </a:solidFill>
                        </a:rPr>
                        <a:t>Segment 1</a:t>
                      </a:r>
                    </a:p>
                  </a:txBody>
                  <a:tcPr anchor="ctr">
                    <a:lnL w="12700" cmpd="sng">
                      <a:noFill/>
                    </a:lnL>
                    <a:lnR w="12700" cmpd="sng">
                      <a:noFill/>
                    </a:lnR>
                    <a:lnT w="12700" cmpd="sng">
                      <a:noFill/>
                    </a:lnT>
                    <a:lnB w="12700" cap="flat" cmpd="sng" algn="ctr">
                      <a:solidFill>
                        <a:srgbClr val="BE2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1600" spc="0">
                          <a:solidFill>
                            <a:srgbClr val="BE2BBB"/>
                          </a:solidFill>
                        </a:rPr>
                        <a:t>Segment 2</a:t>
                      </a:r>
                    </a:p>
                  </a:txBody>
                  <a:tcPr anchor="ctr">
                    <a:lnL w="12700" cmpd="sng">
                      <a:noFill/>
                    </a:lnL>
                    <a:lnR w="12700" cmpd="sng">
                      <a:noFill/>
                    </a:lnR>
                    <a:lnT w="12700" cmpd="sng">
                      <a:noFill/>
                    </a:lnT>
                    <a:lnB w="12700" cap="flat" cmpd="sng" algn="ctr">
                      <a:solidFill>
                        <a:srgbClr val="BE2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spc="0">
                          <a:solidFill>
                            <a:srgbClr val="BE2BBB"/>
                          </a:solidFill>
                        </a:rPr>
                        <a:t>Segment 3</a:t>
                      </a:r>
                    </a:p>
                  </a:txBody>
                  <a:tcPr anchor="ctr">
                    <a:lnL w="12700" cmpd="sng">
                      <a:noFill/>
                    </a:lnL>
                    <a:lnR w="12700" cmpd="sng">
                      <a:noFill/>
                    </a:lnR>
                    <a:lnT w="12700" cmpd="sng">
                      <a:noFill/>
                    </a:lnT>
                    <a:lnB w="12700" cap="flat" cmpd="sng" algn="ctr">
                      <a:solidFill>
                        <a:srgbClr val="BE2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spc="0">
                          <a:solidFill>
                            <a:srgbClr val="BE2BBB"/>
                          </a:solidFill>
                        </a:rPr>
                        <a:t>Segment 4</a:t>
                      </a:r>
                    </a:p>
                  </a:txBody>
                  <a:tcPr anchor="ctr">
                    <a:lnL w="12700" cmpd="sng">
                      <a:noFill/>
                    </a:lnL>
                    <a:lnR w="12700" cmpd="sng">
                      <a:noFill/>
                    </a:lnR>
                    <a:lnT w="12700" cmpd="sng">
                      <a:noFill/>
                    </a:lnT>
                    <a:lnB w="12700" cap="flat" cmpd="sng" algn="ctr">
                      <a:solidFill>
                        <a:srgbClr val="BE2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7068273"/>
                  </a:ext>
                </a:extLst>
              </a:tr>
              <a:tr h="1051909">
                <a:tc>
                  <a:txBody>
                    <a:bodyPr/>
                    <a:lstStyle/>
                    <a:p>
                      <a:pPr algn="l">
                        <a:lnSpc>
                          <a:spcPct val="100000"/>
                        </a:lnSpc>
                      </a:pPr>
                      <a:r>
                        <a:rPr lang="en-US" sz="1400" b="1" spc="0">
                          <a:solidFill>
                            <a:schemeClr val="tx1"/>
                          </a:solidFill>
                        </a:rPr>
                        <a:t>Segment Summary</a:t>
                      </a:r>
                    </a:p>
                  </a:txBody>
                  <a:tcPr anchor="ctr">
                    <a:lnL w="12700" cmpd="sng">
                      <a:noFill/>
                    </a:lnL>
                    <a:lnR w="12700" cap="flat" cmpd="sng" algn="ctr">
                      <a:noFill/>
                      <a:prstDash val="solid"/>
                      <a:round/>
                      <a:headEnd type="none" w="med" len="med"/>
                      <a:tailEnd type="none" w="med" len="med"/>
                    </a:lnR>
                    <a:lnT w="12700" cap="flat" cmpd="sng" algn="ctr">
                      <a:solidFill>
                        <a:srgbClr val="BE2BBB"/>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EE7E7"/>
                    </a:solidFill>
                  </a:tcPr>
                </a:tc>
                <a:tc>
                  <a:txBody>
                    <a:bodyPr/>
                    <a:lstStyle/>
                    <a:p>
                      <a:pPr algn="ctr">
                        <a:lnSpc>
                          <a:spcPct val="100000"/>
                        </a:lnSpc>
                      </a:pPr>
                      <a:endParaRPr lang="en-US" sz="1600" spc="0">
                        <a:solidFill>
                          <a:schemeClr val="tx1"/>
                        </a:solidFill>
                      </a:endParaRPr>
                    </a:p>
                  </a:txBody>
                  <a:tcPr>
                    <a:lnL w="12700" cap="flat" cmpd="sng" algn="ctr">
                      <a:noFill/>
                      <a:prstDash val="solid"/>
                      <a:round/>
                      <a:headEnd type="none" w="med" len="med"/>
                      <a:tailEnd type="none" w="med" len="med"/>
                    </a:lnL>
                    <a:lnR w="3175" cap="flat" cmpd="sng" algn="ctr">
                      <a:solidFill>
                        <a:srgbClr val="A69F9F"/>
                      </a:solidFill>
                      <a:prstDash val="solid"/>
                      <a:round/>
                      <a:headEnd type="none" w="med" len="med"/>
                      <a:tailEnd type="none" w="med" len="med"/>
                    </a:lnR>
                    <a:lnT w="12700" cap="flat" cmpd="sng" algn="ctr">
                      <a:solidFill>
                        <a:srgbClr val="BE2BBB"/>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12700" cap="flat" cmpd="sng" algn="ctr">
                      <a:solidFill>
                        <a:srgbClr val="BE2BBB"/>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12700" cap="flat" cmpd="sng" algn="ctr">
                      <a:solidFill>
                        <a:srgbClr val="BE2BBB"/>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12700" cmpd="sng">
                      <a:noFill/>
                    </a:lnR>
                    <a:lnT w="12700" cap="flat" cmpd="sng" algn="ctr">
                      <a:solidFill>
                        <a:srgbClr val="BE2BBB"/>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3354999"/>
                  </a:ext>
                </a:extLst>
              </a:tr>
              <a:tr h="1051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spc="0">
                          <a:solidFill>
                            <a:schemeClr val="tx1"/>
                          </a:solidFill>
                        </a:rPr>
                        <a:t>Current Behavior</a:t>
                      </a:r>
                    </a:p>
                  </a:txBody>
                  <a:tcPr anchor="ctr">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EE7E7"/>
                    </a:solidFill>
                  </a:tcPr>
                </a:tc>
                <a:tc>
                  <a:txBody>
                    <a:bodyPr/>
                    <a:lstStyle/>
                    <a:p>
                      <a:pPr algn="ctr">
                        <a:lnSpc>
                          <a:spcPct val="100000"/>
                        </a:lnSpc>
                      </a:pPr>
                      <a:endParaRPr lang="en-US" sz="1600" spc="0">
                        <a:solidFill>
                          <a:schemeClr val="tx1"/>
                        </a:solidFill>
                      </a:endParaRPr>
                    </a:p>
                  </a:txBody>
                  <a:tcPr>
                    <a:lnL w="12700" cap="flat" cmpd="sng" algn="ctr">
                      <a:no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12700" cmpd="sng">
                      <a:noFill/>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3463113"/>
                  </a:ext>
                </a:extLst>
              </a:tr>
              <a:tr h="1051909">
                <a:tc>
                  <a:txBody>
                    <a:bodyPr/>
                    <a:lstStyle/>
                    <a:p>
                      <a:pPr algn="l">
                        <a:lnSpc>
                          <a:spcPct val="100000"/>
                        </a:lnSpc>
                      </a:pPr>
                      <a:r>
                        <a:rPr lang="en-US" sz="1400" b="1" spc="0">
                          <a:solidFill>
                            <a:schemeClr val="tx1"/>
                          </a:solidFill>
                        </a:rPr>
                        <a:t>Desired Behavior</a:t>
                      </a:r>
                    </a:p>
                  </a:txBody>
                  <a:tcPr anchor="ctr">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EE7E7"/>
                    </a:solidFill>
                  </a:tcPr>
                </a:tc>
                <a:tc>
                  <a:txBody>
                    <a:bodyPr/>
                    <a:lstStyle/>
                    <a:p>
                      <a:pPr algn="ctr">
                        <a:lnSpc>
                          <a:spcPct val="100000"/>
                        </a:lnSpc>
                      </a:pPr>
                      <a:endParaRPr lang="en-US" sz="1600" spc="0">
                        <a:solidFill>
                          <a:schemeClr val="tx1"/>
                        </a:solidFill>
                      </a:endParaRPr>
                    </a:p>
                  </a:txBody>
                  <a:tcPr>
                    <a:lnL w="12700" cap="flat" cmpd="sng" algn="ctr">
                      <a:no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12700" cmpd="sng">
                      <a:noFill/>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6199234"/>
                  </a:ext>
                </a:extLst>
              </a:tr>
              <a:tr h="1051909">
                <a:tc>
                  <a:txBody>
                    <a:bodyPr/>
                    <a:lstStyle/>
                    <a:p>
                      <a:pPr algn="l">
                        <a:lnSpc>
                          <a:spcPct val="100000"/>
                        </a:lnSpc>
                      </a:pPr>
                      <a:r>
                        <a:rPr lang="en-US" sz="1400" b="1" spc="0">
                          <a:solidFill>
                            <a:schemeClr val="tx1"/>
                          </a:solidFill>
                        </a:rPr>
                        <a:t>Segment Prioritization </a:t>
                      </a:r>
                    </a:p>
                  </a:txBody>
                  <a:tcPr anchor="ctr">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DCCA"/>
                    </a:solidFill>
                  </a:tcPr>
                </a:tc>
                <a:tc>
                  <a:txBody>
                    <a:bodyPr/>
                    <a:lstStyle/>
                    <a:p>
                      <a:pPr algn="ctr">
                        <a:lnSpc>
                          <a:spcPct val="100000"/>
                        </a:lnSpc>
                      </a:pPr>
                      <a:endParaRPr lang="en-US" sz="1600" spc="0">
                        <a:solidFill>
                          <a:schemeClr val="tx1"/>
                        </a:solidFill>
                      </a:endParaRPr>
                    </a:p>
                  </a:txBody>
                  <a:tcPr>
                    <a:lnL w="12700" cap="flat" cmpd="sng" algn="ctr">
                      <a:no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en-US" sz="1600" spc="0">
                        <a:solidFill>
                          <a:schemeClr val="tx1"/>
                        </a:solidFill>
                      </a:endParaRPr>
                    </a:p>
                  </a:txBody>
                  <a:tcPr>
                    <a:lnL w="3175" cap="flat" cmpd="sng" algn="ctr">
                      <a:solidFill>
                        <a:srgbClr val="A69F9F"/>
                      </a:solidFill>
                      <a:prstDash val="solid"/>
                      <a:round/>
                      <a:headEnd type="none" w="med" len="med"/>
                      <a:tailEnd type="none" w="med" len="med"/>
                    </a:lnL>
                    <a:lnR w="12700" cmpd="sng">
                      <a:noFill/>
                    </a:lnR>
                    <a:lnT w="3175" cap="flat" cmpd="sng" algn="ctr">
                      <a:solidFill>
                        <a:srgbClr val="A69F9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0400261"/>
                  </a:ext>
                </a:extLst>
              </a:tr>
            </a:tbl>
          </a:graphicData>
        </a:graphic>
      </p:graphicFrame>
      <p:sp>
        <p:nvSpPr>
          <p:cNvPr id="23" name="Rectangle 22">
            <a:extLst>
              <a:ext uri="{FF2B5EF4-FFF2-40B4-BE49-F238E27FC236}">
                <a16:creationId xmlns:a16="http://schemas.microsoft.com/office/drawing/2014/main" id="{154EEE00-2AFF-3BB5-046F-03AEDB9D2480}"/>
              </a:ext>
            </a:extLst>
          </p:cNvPr>
          <p:cNvSpPr>
            <a:spLocks/>
          </p:cNvSpPr>
          <p:nvPr/>
        </p:nvSpPr>
        <p:spPr>
          <a:xfrm>
            <a:off x="365125" y="927714"/>
            <a:ext cx="11461750" cy="4749186"/>
          </a:xfrm>
          <a:prstGeom prst="rect">
            <a:avLst/>
          </a:prstGeom>
          <a:noFill/>
          <a:ln w="6350">
            <a:solidFill>
              <a:srgbClr val="A69F9F"/>
            </a:solid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IN" sz="2000"/>
          </a:p>
        </p:txBody>
      </p:sp>
      <p:cxnSp>
        <p:nvCxnSpPr>
          <p:cNvPr id="4" name="Straight Connector 3">
            <a:extLst>
              <a:ext uri="{FF2B5EF4-FFF2-40B4-BE49-F238E27FC236}">
                <a16:creationId xmlns:a16="http://schemas.microsoft.com/office/drawing/2014/main" id="{14EF6934-3D13-57CD-B8D0-2FA5D8A7E83D}"/>
              </a:ext>
            </a:extLst>
          </p:cNvPr>
          <p:cNvCxnSpPr>
            <a:cxnSpLocks/>
          </p:cNvCxnSpPr>
          <p:nvPr/>
        </p:nvCxnSpPr>
        <p:spPr>
          <a:xfrm>
            <a:off x="2669919" y="5791200"/>
            <a:ext cx="0" cy="381000"/>
          </a:xfrm>
          <a:prstGeom prst="line">
            <a:avLst/>
          </a:prstGeom>
          <a:ln w="19050" cap="rnd"/>
        </p:spPr>
        <p:style>
          <a:lnRef idx="1">
            <a:srgbClr val="BE2BBB"/>
          </a:lnRef>
          <a:fillRef idx="0">
            <a:schemeClr val="accent1"/>
          </a:fillRef>
          <a:effectRef idx="0">
            <a:srgbClr val="000000"/>
          </a:effectRef>
          <a:fontRef idx="minor">
            <a:schemeClr val="lt1"/>
          </a:fontRef>
        </p:style>
      </p:cxnSp>
    </p:spTree>
    <p:extLst>
      <p:ext uri="{BB962C8B-B14F-4D97-AF65-F5344CB8AC3E}">
        <p14:creationId xmlns:p14="http://schemas.microsoft.com/office/powerpoint/2010/main" val="34777044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C2FA27F2-0C30-66AC-6C12-5FB6BAA3774A}"/>
              </a:ext>
            </a:extLst>
          </p:cNvPr>
          <p:cNvSpPr>
            <a:spLocks noGrp="1"/>
          </p:cNvSpPr>
          <p:nvPr>
            <p:ph type="subTitle" idx="1"/>
          </p:nvPr>
        </p:nvSpPr>
        <p:spPr/>
        <p:txBody>
          <a:bodyPr/>
          <a:lstStyle/>
          <a:p>
            <a:r>
              <a:rPr lang="en-US"/>
              <a:t>The Marketing Quotient </a:t>
            </a:r>
          </a:p>
        </p:txBody>
      </p:sp>
      <p:sp>
        <p:nvSpPr>
          <p:cNvPr id="3" name="Title 2">
            <a:extLst>
              <a:ext uri="{FF2B5EF4-FFF2-40B4-BE49-F238E27FC236}">
                <a16:creationId xmlns:a16="http://schemas.microsoft.com/office/drawing/2014/main" id="{2D258791-55DA-C4D5-ADFA-EBF244E32C78}"/>
              </a:ext>
            </a:extLst>
          </p:cNvPr>
          <p:cNvSpPr>
            <a:spLocks noGrp="1"/>
          </p:cNvSpPr>
          <p:nvPr>
            <p:ph type="title"/>
          </p:nvPr>
        </p:nvSpPr>
        <p:spPr/>
        <p:txBody>
          <a:bodyPr/>
          <a:lstStyle/>
          <a:p>
            <a:r>
              <a:rPr lang="en-US" dirty="0"/>
              <a:t>Messaging</a:t>
            </a:r>
            <a:br>
              <a:rPr lang="en-US" dirty="0"/>
            </a:br>
            <a:r>
              <a:rPr lang="en-US" dirty="0"/>
              <a:t>Strategy</a:t>
            </a:r>
          </a:p>
        </p:txBody>
      </p:sp>
      <p:sp>
        <p:nvSpPr>
          <p:cNvPr id="4" name="Slide Number Placeholder 3">
            <a:extLst>
              <a:ext uri="{FF2B5EF4-FFF2-40B4-BE49-F238E27FC236}">
                <a16:creationId xmlns:a16="http://schemas.microsoft.com/office/drawing/2014/main" id="{25777B87-E90F-FF90-8B10-93EDC0EDB171}"/>
              </a:ext>
            </a:extLst>
          </p:cNvPr>
          <p:cNvSpPr>
            <a:spLocks noGrp="1"/>
          </p:cNvSpPr>
          <p:nvPr>
            <p:ph type="sldNum" sz="quarter" idx="12"/>
          </p:nvPr>
        </p:nvSpPr>
        <p:spPr/>
        <p:txBody>
          <a:bodyPr/>
          <a:lstStyle/>
          <a:p>
            <a:fld id="{FC8AEAA6-477F-478D-8487-87ED88CBDFAC}" type="slidenum">
              <a:rPr lang="en-US" smtClean="0"/>
              <a:t>4</a:t>
            </a:fld>
            <a:endParaRPr lang="en-US"/>
          </a:p>
        </p:txBody>
      </p:sp>
    </p:spTree>
    <p:extLst>
      <p:ext uri="{BB962C8B-B14F-4D97-AF65-F5344CB8AC3E}">
        <p14:creationId xmlns:p14="http://schemas.microsoft.com/office/powerpoint/2010/main" val="3196675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9C5FEF8-E3C9-6239-6A98-2185A7A16269}"/>
              </a:ext>
            </a:extLst>
          </p:cNvPr>
          <p:cNvSpPr>
            <a:spLocks noGrp="1"/>
          </p:cNvSpPr>
          <p:nvPr>
            <p:ph type="title"/>
          </p:nvPr>
        </p:nvSpPr>
        <p:spPr>
          <a:xfrm>
            <a:off x="365125" y="365125"/>
            <a:ext cx="10764429" cy="914400"/>
          </a:xfrm>
        </p:spPr>
        <p:txBody>
          <a:bodyPr/>
          <a:lstStyle/>
          <a:p>
            <a:r>
              <a:rPr lang="en-US" noProof="0"/>
              <a:t>Business objective framework</a:t>
            </a:r>
            <a:endParaRPr lang="en-US"/>
          </a:p>
        </p:txBody>
      </p:sp>
      <p:sp>
        <p:nvSpPr>
          <p:cNvPr id="4" name="Slide Number Placeholder 3">
            <a:extLst>
              <a:ext uri="{FF2B5EF4-FFF2-40B4-BE49-F238E27FC236}">
                <a16:creationId xmlns:a16="http://schemas.microsoft.com/office/drawing/2014/main" id="{B24B762C-8A06-4058-BE97-ADA50F44F1B5}"/>
              </a:ext>
            </a:extLst>
          </p:cNvPr>
          <p:cNvSpPr>
            <a:spLocks noGrp="1"/>
          </p:cNvSpPr>
          <p:nvPr>
            <p:ph type="sldNum" sz="quarter" idx="12"/>
          </p:nvPr>
        </p:nvSpPr>
        <p:spPr>
          <a:xfrm>
            <a:off x="11506200" y="6429375"/>
            <a:ext cx="320040" cy="2286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58DE5F1-E0F9-4CCA-92B7-7A6FC4DFEE14}" type="slidenum">
              <a:rPr kumimoji="0" lang="en-US" sz="1000" b="1" i="0" u="none" strike="noStrike" kern="1200" cap="none" spc="0" normalizeH="0" baseline="0" noProof="0" smtClean="0">
                <a:ln>
                  <a:noFill/>
                </a:ln>
                <a:solidFill>
                  <a:srgbClr val="595454"/>
                </a:solidFill>
                <a:effectLst/>
                <a:uLnTx/>
                <a:uFillTx/>
                <a:latin typeface="Trebuchet M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1" i="0" u="none" strike="noStrike" kern="1200" cap="none" spc="0" normalizeH="0" baseline="0" noProof="0">
              <a:ln>
                <a:noFill/>
              </a:ln>
              <a:solidFill>
                <a:srgbClr val="595454"/>
              </a:solidFill>
              <a:effectLst/>
              <a:uLnTx/>
              <a:uFillTx/>
              <a:latin typeface="Trebuchet MS"/>
              <a:ea typeface="+mn-ea"/>
              <a:cs typeface="+mn-cs"/>
            </a:endParaRPr>
          </a:p>
        </p:txBody>
      </p:sp>
      <p:graphicFrame>
        <p:nvGraphicFramePr>
          <p:cNvPr id="7" name="Table 6">
            <a:extLst>
              <a:ext uri="{FF2B5EF4-FFF2-40B4-BE49-F238E27FC236}">
                <a16:creationId xmlns:a16="http://schemas.microsoft.com/office/drawing/2014/main" id="{6A7A8CD3-9323-6FE5-AD83-525FB3C8611F}"/>
              </a:ext>
            </a:extLst>
          </p:cNvPr>
          <p:cNvGraphicFramePr>
            <a:graphicFrameLocks noGrp="1"/>
          </p:cNvGraphicFramePr>
          <p:nvPr>
            <p:extLst>
              <p:ext uri="{D42A27DB-BD31-4B8C-83A1-F6EECF244321}">
                <p14:modId xmlns:p14="http://schemas.microsoft.com/office/powerpoint/2010/main" val="1564183880"/>
              </p:ext>
            </p:extLst>
          </p:nvPr>
        </p:nvGraphicFramePr>
        <p:xfrm>
          <a:off x="431529" y="1299801"/>
          <a:ext cx="11327355" cy="4753700"/>
        </p:xfrm>
        <a:graphic>
          <a:graphicData uri="http://schemas.openxmlformats.org/drawingml/2006/table">
            <a:tbl>
              <a:tblPr firstRow="1" bandRow="1">
                <a:tableStyleId>{5C22544A-7EE6-4342-B048-85BDC9FD1C3A}</a:tableStyleId>
              </a:tblPr>
              <a:tblGrid>
                <a:gridCol w="3365771">
                  <a:extLst>
                    <a:ext uri="{9D8B030D-6E8A-4147-A177-3AD203B41FA5}">
                      <a16:colId xmlns:a16="http://schemas.microsoft.com/office/drawing/2014/main" val="2838036444"/>
                    </a:ext>
                  </a:extLst>
                </a:gridCol>
                <a:gridCol w="3980792">
                  <a:extLst>
                    <a:ext uri="{9D8B030D-6E8A-4147-A177-3AD203B41FA5}">
                      <a16:colId xmlns:a16="http://schemas.microsoft.com/office/drawing/2014/main" val="2417916984"/>
                    </a:ext>
                  </a:extLst>
                </a:gridCol>
                <a:gridCol w="3980792">
                  <a:extLst>
                    <a:ext uri="{9D8B030D-6E8A-4147-A177-3AD203B41FA5}">
                      <a16:colId xmlns:a16="http://schemas.microsoft.com/office/drawing/2014/main" val="3794040283"/>
                    </a:ext>
                  </a:extLst>
                </a:gridCol>
              </a:tblGrid>
              <a:tr h="488623">
                <a:tc>
                  <a:txBody>
                    <a:bodyPr/>
                    <a:lstStyle/>
                    <a:p>
                      <a:endParaRPr lang="en-US" sz="1500">
                        <a:solidFill>
                          <a:srgbClr val="BE2BBB"/>
                        </a:solidFill>
                        <a:latin typeface="+mj-lt"/>
                        <a:ea typeface="+mj-ea"/>
                        <a:cs typeface="+mj-cs"/>
                      </a:endParaRPr>
                    </a:p>
                  </a:txBody>
                  <a:tcPr marL="134641" marR="134641" marT="50579" marB="50579"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r>
                        <a:rPr lang="en-US" sz="1800">
                          <a:solidFill>
                            <a:srgbClr val="BE2BBB"/>
                          </a:solidFill>
                          <a:latin typeface="+mj-lt"/>
                          <a:ea typeface="+mj-ea"/>
                          <a:cs typeface="+mj-cs"/>
                        </a:rPr>
                        <a:t>Segment 1</a:t>
                      </a:r>
                    </a:p>
                  </a:txBody>
                  <a:tcPr marL="134641" marR="134641" marT="50579" marB="50579"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rgbClr val="DAC5C5"/>
                    </a:solidFill>
                  </a:tcPr>
                </a:tc>
                <a:tc>
                  <a:txBody>
                    <a:bodyPr/>
                    <a:lstStyle/>
                    <a:p>
                      <a:r>
                        <a:rPr lang="en-US" sz="1800">
                          <a:solidFill>
                            <a:srgbClr val="BE2BBB"/>
                          </a:solidFill>
                          <a:latin typeface="+mj-lt"/>
                          <a:ea typeface="+mj-ea"/>
                          <a:cs typeface="+mj-cs"/>
                        </a:rPr>
                        <a:t>Segment 2</a:t>
                      </a:r>
                    </a:p>
                  </a:txBody>
                  <a:tcPr marL="134641" marR="134641" marT="50579" marB="50579"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rgbClr val="DAC5C5"/>
                    </a:solidFill>
                  </a:tcPr>
                </a:tc>
                <a:extLst>
                  <a:ext uri="{0D108BD9-81ED-4DB2-BD59-A6C34878D82A}">
                    <a16:rowId xmlns:a16="http://schemas.microsoft.com/office/drawing/2014/main" val="1561857674"/>
                  </a:ext>
                </a:extLst>
              </a:tr>
              <a:tr h="626346">
                <a:tc>
                  <a:txBody>
                    <a:bodyPr/>
                    <a:lstStyle/>
                    <a:p>
                      <a:r>
                        <a:rPr lang="en-US" sz="1800" b="1" dirty="0">
                          <a:solidFill>
                            <a:srgbClr val="BE2BBB"/>
                          </a:solidFill>
                          <a:latin typeface="+mj-lt"/>
                          <a:ea typeface="+mj-ea"/>
                          <a:cs typeface="+mj-cs"/>
                        </a:rPr>
                        <a:t>Target/Prioritized Segment</a:t>
                      </a:r>
                      <a:endParaRPr lang="en-US" sz="1800" b="1" i="1" dirty="0">
                        <a:solidFill>
                          <a:srgbClr val="595454"/>
                        </a:solidFill>
                        <a:latin typeface="+mj-lt"/>
                        <a:ea typeface="+mj-ea"/>
                        <a:cs typeface="+mj-cs"/>
                      </a:endParaRPr>
                    </a:p>
                  </a:txBody>
                  <a:tcPr marL="134641" marR="134641" marT="50579" marB="50579" anchor="ctr">
                    <a:lnL w="3175" cap="flat" cmpd="sng" algn="ctr">
                      <a:no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rgbClr val="A69F9F"/>
                      </a:solidFill>
                      <a:prstDash val="solid"/>
                      <a:round/>
                      <a:headEnd type="none" w="med" len="med"/>
                      <a:tailEnd type="none" w="med" len="med"/>
                    </a:lnB>
                    <a:solidFill>
                      <a:schemeClr val="bg1"/>
                    </a:solidFill>
                  </a:tcPr>
                </a:tc>
                <a:tc>
                  <a:txBody>
                    <a:bodyPr/>
                    <a:lstStyle/>
                    <a:p>
                      <a:pPr algn="ctr"/>
                      <a:endParaRPr lang="en-US" sz="1200" i="1">
                        <a:solidFill>
                          <a:srgbClr val="595454"/>
                        </a:solidFill>
                      </a:endParaRPr>
                    </a:p>
                  </a:txBody>
                  <a:tcPr marL="134641" marR="134641" marT="50579" marB="50579" anchor="ct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rgbClr val="A69F9F"/>
                      </a:solidFill>
                      <a:prstDash val="solid"/>
                      <a:round/>
                      <a:headEnd type="none" w="med" len="med"/>
                      <a:tailEnd type="none" w="med" len="med"/>
                    </a:lnB>
                    <a:solidFill>
                      <a:schemeClr val="bg1"/>
                    </a:solidFill>
                  </a:tcPr>
                </a:tc>
                <a:tc>
                  <a:txBody>
                    <a:bodyPr/>
                    <a:lstStyle/>
                    <a:p>
                      <a:pPr algn="ctr"/>
                      <a:endParaRPr lang="en-US" sz="1200" i="1">
                        <a:solidFill>
                          <a:srgbClr val="595454"/>
                        </a:solidFill>
                      </a:endParaRPr>
                    </a:p>
                  </a:txBody>
                  <a:tcPr marL="134641" marR="134641" marT="50579" marB="50579" anchor="ctr">
                    <a:lnL w="3175" cap="flat" cmpd="sng" algn="ctr">
                      <a:solidFill>
                        <a:srgbClr val="A69F9F"/>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rgbClr val="A69F9F"/>
                      </a:solidFill>
                      <a:prstDash val="solid"/>
                      <a:round/>
                      <a:headEnd type="none" w="med" len="med"/>
                      <a:tailEnd type="none" w="med" len="med"/>
                    </a:lnB>
                    <a:solidFill>
                      <a:schemeClr val="bg1"/>
                    </a:solidFill>
                  </a:tcPr>
                </a:tc>
                <a:extLst>
                  <a:ext uri="{0D108BD9-81ED-4DB2-BD59-A6C34878D82A}">
                    <a16:rowId xmlns:a16="http://schemas.microsoft.com/office/drawing/2014/main" val="1011413595"/>
                  </a:ext>
                </a:extLst>
              </a:tr>
              <a:tr h="1012568">
                <a:tc>
                  <a:txBody>
                    <a:bodyPr/>
                    <a:lstStyle/>
                    <a:p>
                      <a:r>
                        <a:rPr lang="en-US" sz="1800" b="1" dirty="0">
                          <a:solidFill>
                            <a:srgbClr val="BE2BBB"/>
                          </a:solidFill>
                          <a:latin typeface="+mj-lt"/>
                          <a:ea typeface="+mj-ea"/>
                          <a:cs typeface="+mj-cs"/>
                        </a:rPr>
                        <a:t>Drivers/Barriers</a:t>
                      </a:r>
                      <a:endParaRPr lang="en-US" sz="1800" b="1" i="1" dirty="0">
                        <a:solidFill>
                          <a:srgbClr val="595454"/>
                        </a:solidFill>
                        <a:latin typeface="+mj-lt"/>
                        <a:ea typeface="+mj-ea"/>
                        <a:cs typeface="+mj-cs"/>
                      </a:endParaRPr>
                    </a:p>
                  </a:txBody>
                  <a:tcPr marL="134641" marR="134641" marT="50579" marB="50579" anchor="ctr">
                    <a:lnL w="3175" cap="flat" cmpd="sng" algn="ctr">
                      <a:no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solidFill>
                      <a:schemeClr val="bg1"/>
                    </a:solidFill>
                  </a:tcPr>
                </a:tc>
                <a:tc>
                  <a:txBody>
                    <a:bodyPr/>
                    <a:lstStyle/>
                    <a:p>
                      <a:pPr marL="171450" indent="-171450">
                        <a:buClr>
                          <a:srgbClr val="00B050"/>
                        </a:buClr>
                        <a:buFont typeface="Wingdings" panose="05000000000000000000" pitchFamily="2" charset="2"/>
                        <a:buChar char=""/>
                      </a:pPr>
                      <a:endParaRPr lang="en-US" sz="1200" i="1">
                        <a:solidFill>
                          <a:srgbClr val="595454"/>
                        </a:solidFill>
                      </a:endParaRPr>
                    </a:p>
                  </a:txBody>
                  <a:tcPr marL="134641" marR="134641" marT="50579" marB="50579" anchor="ct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solidFill>
                      <a:schemeClr val="bg1"/>
                    </a:solidFill>
                  </a:tcPr>
                </a:tc>
                <a:tc>
                  <a:txBody>
                    <a:bodyPr/>
                    <a:lstStyle/>
                    <a:p>
                      <a:pPr marL="171450" indent="-171450">
                        <a:buClr>
                          <a:srgbClr val="00B050"/>
                        </a:buClr>
                        <a:buFont typeface="Wingdings" panose="05000000000000000000" pitchFamily="2" charset="2"/>
                        <a:buChar char=""/>
                      </a:pPr>
                      <a:endParaRPr lang="en-US" sz="1200" i="1">
                        <a:solidFill>
                          <a:srgbClr val="595454"/>
                        </a:solidFill>
                      </a:endParaRPr>
                    </a:p>
                  </a:txBody>
                  <a:tcPr marL="134641" marR="134641" marT="50579" marB="50579" anchor="ctr">
                    <a:lnL w="3175" cap="flat" cmpd="sng" algn="ctr">
                      <a:solidFill>
                        <a:srgbClr val="A69F9F"/>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solidFill>
                      <a:schemeClr val="bg1"/>
                    </a:solidFill>
                  </a:tcPr>
                </a:tc>
                <a:extLst>
                  <a:ext uri="{0D108BD9-81ED-4DB2-BD59-A6C34878D82A}">
                    <a16:rowId xmlns:a16="http://schemas.microsoft.com/office/drawing/2014/main" val="3933422536"/>
                  </a:ext>
                </a:extLst>
              </a:tr>
              <a:tr h="626346">
                <a:tc>
                  <a:txBody>
                    <a:bodyPr/>
                    <a:lstStyle/>
                    <a:p>
                      <a:r>
                        <a:rPr lang="en-US" sz="1800" b="1">
                          <a:solidFill>
                            <a:srgbClr val="BE2BBB"/>
                          </a:solidFill>
                          <a:latin typeface="+mj-lt"/>
                          <a:ea typeface="+mj-ea"/>
                          <a:cs typeface="+mj-cs"/>
                        </a:rPr>
                        <a:t>Desired Behavior Change</a:t>
                      </a:r>
                      <a:endParaRPr lang="en-US" sz="1800" b="1" i="1">
                        <a:solidFill>
                          <a:srgbClr val="595454"/>
                        </a:solidFill>
                        <a:latin typeface="+mj-lt"/>
                        <a:ea typeface="+mj-ea"/>
                        <a:cs typeface="+mj-cs"/>
                      </a:endParaRPr>
                    </a:p>
                  </a:txBody>
                  <a:tcPr marL="134641" marR="134641" marT="50579" marB="50579" anchor="ctr">
                    <a:lnL w="3175" cap="flat" cmpd="sng" algn="ctr">
                      <a:no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solidFill>
                      <a:schemeClr val="bg1"/>
                    </a:solidFill>
                  </a:tcPr>
                </a:tc>
                <a:tc>
                  <a:txBody>
                    <a:bodyPr/>
                    <a:lstStyle/>
                    <a:p>
                      <a:endParaRPr lang="en-US" sz="1200" i="1">
                        <a:solidFill>
                          <a:srgbClr val="595454"/>
                        </a:solidFill>
                      </a:endParaRPr>
                    </a:p>
                  </a:txBody>
                  <a:tcPr marL="134641" marR="134641" marT="50579" marB="50579" anchor="ct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solidFill>
                      <a:schemeClr val="bg1"/>
                    </a:solidFill>
                  </a:tcPr>
                </a:tc>
                <a:tc>
                  <a:txBody>
                    <a:bodyPr/>
                    <a:lstStyle/>
                    <a:p>
                      <a:endParaRPr lang="en-US" sz="1200" i="1">
                        <a:solidFill>
                          <a:srgbClr val="595454"/>
                        </a:solidFill>
                      </a:endParaRPr>
                    </a:p>
                  </a:txBody>
                  <a:tcPr marL="134641" marR="134641" marT="50579" marB="50579" anchor="ctr">
                    <a:lnL w="3175" cap="flat" cmpd="sng" algn="ctr">
                      <a:solidFill>
                        <a:srgbClr val="A69F9F"/>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solidFill>
                      <a:schemeClr val="bg1"/>
                    </a:solidFill>
                  </a:tcPr>
                </a:tc>
                <a:extLst>
                  <a:ext uri="{0D108BD9-81ED-4DB2-BD59-A6C34878D82A}">
                    <a16:rowId xmlns:a16="http://schemas.microsoft.com/office/drawing/2014/main" val="1702436029"/>
                  </a:ext>
                </a:extLst>
              </a:tr>
              <a:tr h="747125">
                <a:tc>
                  <a:txBody>
                    <a:bodyPr/>
                    <a:lstStyle/>
                    <a:p>
                      <a:r>
                        <a:rPr lang="en-US" sz="1800" b="1">
                          <a:solidFill>
                            <a:srgbClr val="BE2BBB"/>
                          </a:solidFill>
                          <a:latin typeface="+mj-lt"/>
                          <a:ea typeface="+mj-ea"/>
                          <a:cs typeface="+mj-cs"/>
                        </a:rPr>
                        <a:t>Differentiated Competitive Benefit</a:t>
                      </a:r>
                      <a:endParaRPr lang="en-US" sz="1800" b="1" i="1">
                        <a:solidFill>
                          <a:srgbClr val="595454"/>
                        </a:solidFill>
                        <a:latin typeface="+mj-lt"/>
                        <a:ea typeface="+mj-ea"/>
                        <a:cs typeface="+mj-cs"/>
                      </a:endParaRPr>
                    </a:p>
                  </a:txBody>
                  <a:tcPr marL="134641" marR="134641" marT="50579" marB="50579" anchor="ctr">
                    <a:lnL w="3175" cap="flat" cmpd="sng" algn="ctr">
                      <a:no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solidFill>
                      <a:schemeClr val="bg1"/>
                    </a:solidFill>
                  </a:tcPr>
                </a:tc>
                <a:tc gridSpan="2">
                  <a:txBody>
                    <a:bodyPr/>
                    <a:lstStyle/>
                    <a:p>
                      <a:pPr algn="ctr"/>
                      <a:endParaRPr lang="en-US" sz="1200" i="1" dirty="0">
                        <a:solidFill>
                          <a:srgbClr val="595454"/>
                        </a:solidFill>
                      </a:endParaRPr>
                    </a:p>
                  </a:txBody>
                  <a:tcPr marL="83602" marR="83602" marT="41801" marB="41801" anchor="ctr">
                    <a:lnL w="3175" cap="flat" cmpd="sng" algn="ctr">
                      <a:solidFill>
                        <a:srgbClr val="A69F9F"/>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solidFill>
                      <a:schemeClr val="bg1"/>
                    </a:solidFill>
                  </a:tcPr>
                </a:tc>
                <a:tc hMerge="1">
                  <a:txBody>
                    <a:bodyPr/>
                    <a:lstStyle/>
                    <a:p>
                      <a:pPr algn="ctr"/>
                      <a:endParaRPr lang="en-US" sz="1200" i="1" dirty="0">
                        <a:solidFill>
                          <a:srgbClr val="595454"/>
                        </a:solidFill>
                      </a:endParaRPr>
                    </a:p>
                  </a:txBody>
                  <a:tcPr marL="83602" marR="83602" marT="41801" marB="41801"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solidFill>
                      <a:schemeClr val="bg1"/>
                    </a:solidFill>
                  </a:tcPr>
                </a:tc>
                <a:extLst>
                  <a:ext uri="{0D108BD9-81ED-4DB2-BD59-A6C34878D82A}">
                    <a16:rowId xmlns:a16="http://schemas.microsoft.com/office/drawing/2014/main" val="3737039543"/>
                  </a:ext>
                </a:extLst>
              </a:tr>
              <a:tr h="626346">
                <a:tc>
                  <a:txBody>
                    <a:bodyPr/>
                    <a:lstStyle/>
                    <a:p>
                      <a:r>
                        <a:rPr lang="en-US" sz="1800" b="1" kern="1200">
                          <a:solidFill>
                            <a:srgbClr val="BE2BBB"/>
                          </a:solidFill>
                          <a:latin typeface="+mn-lt"/>
                          <a:ea typeface="+mn-ea"/>
                          <a:cs typeface="+mn-cs"/>
                        </a:rPr>
                        <a:t>Reason to Believe</a:t>
                      </a:r>
                      <a:endParaRPr lang="en-US" sz="1800" b="1" i="1" kern="1200">
                        <a:solidFill>
                          <a:srgbClr val="595454"/>
                        </a:solidFill>
                        <a:latin typeface="+mn-lt"/>
                        <a:ea typeface="+mn-ea"/>
                        <a:cs typeface="+mn-cs"/>
                      </a:endParaRPr>
                    </a:p>
                  </a:txBody>
                  <a:tcPr marL="134641" marR="134641" marT="50579" marB="50579" anchor="ctr">
                    <a:lnL w="3175" cap="flat" cmpd="sng" algn="ctr">
                      <a:no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solidFill>
                      <a:schemeClr val="bg1"/>
                    </a:solidFill>
                  </a:tcPr>
                </a:tc>
                <a:tc gridSpan="2">
                  <a:txBody>
                    <a:bodyPr/>
                    <a:lstStyle/>
                    <a:p>
                      <a:endParaRPr lang="en-US" sz="1200" i="1" dirty="0">
                        <a:solidFill>
                          <a:srgbClr val="595454"/>
                        </a:solidFill>
                      </a:endParaRPr>
                    </a:p>
                  </a:txBody>
                  <a:tcPr marL="83602" marR="83602" marT="41801" marB="41801" anchor="ctr">
                    <a:lnL w="3175" cap="flat" cmpd="sng" algn="ctr">
                      <a:solidFill>
                        <a:srgbClr val="A69F9F"/>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solidFill>
                      <a:schemeClr val="bg1"/>
                    </a:solidFill>
                  </a:tcPr>
                </a:tc>
                <a:tc hMerge="1">
                  <a:txBody>
                    <a:bodyPr/>
                    <a:lstStyle/>
                    <a:p>
                      <a:endParaRPr lang="en-US" sz="1200" i="1" dirty="0">
                        <a:solidFill>
                          <a:srgbClr val="595454"/>
                        </a:solidFill>
                      </a:endParaRPr>
                    </a:p>
                  </a:txBody>
                  <a:tcPr marL="83602" marR="83602" marT="41801" marB="41801"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solidFill>
                        <a:srgbClr val="A69F9F"/>
                      </a:solidFill>
                      <a:prstDash val="solid"/>
                      <a:round/>
                      <a:headEnd type="none" w="med" len="med"/>
                      <a:tailEnd type="none" w="med" len="med"/>
                    </a:lnB>
                    <a:solidFill>
                      <a:schemeClr val="bg1"/>
                    </a:solidFill>
                  </a:tcPr>
                </a:tc>
                <a:extLst>
                  <a:ext uri="{0D108BD9-81ED-4DB2-BD59-A6C34878D82A}">
                    <a16:rowId xmlns:a16="http://schemas.microsoft.com/office/drawing/2014/main" val="3954645796"/>
                  </a:ext>
                </a:extLst>
              </a:tr>
              <a:tr h="6263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a:solidFill>
                            <a:srgbClr val="BE2BBB"/>
                          </a:solidFill>
                          <a:latin typeface="+mn-lt"/>
                          <a:ea typeface="+mn-ea"/>
                          <a:cs typeface="+mn-cs"/>
                        </a:rPr>
                        <a:t>Business Objective</a:t>
                      </a:r>
                      <a:endParaRPr lang="en-US" sz="1800" b="1" i="1" kern="1200">
                        <a:solidFill>
                          <a:srgbClr val="595454"/>
                        </a:solidFill>
                        <a:latin typeface="+mn-lt"/>
                        <a:ea typeface="+mn-ea"/>
                        <a:cs typeface="+mn-cs"/>
                      </a:endParaRPr>
                    </a:p>
                  </a:txBody>
                  <a:tcPr marL="134641" marR="134641" marT="50579" marB="50579" anchor="ctr">
                    <a:lnL w="3175" cap="flat" cmpd="sng" algn="ctr">
                      <a:no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noFill/>
                      <a:prstDash val="solid"/>
                      <a:round/>
                      <a:headEnd type="none" w="med" len="med"/>
                      <a:tailEnd type="none" w="med" len="med"/>
                    </a:lnB>
                    <a:solidFill>
                      <a:schemeClr val="bg1"/>
                    </a:solidFill>
                  </a:tcPr>
                </a:tc>
                <a:tc>
                  <a:txBody>
                    <a:bodyPr/>
                    <a:lstStyle/>
                    <a:p>
                      <a:endParaRPr lang="en-US" sz="1200" i="1" dirty="0">
                        <a:solidFill>
                          <a:srgbClr val="595454"/>
                        </a:solidFill>
                      </a:endParaRPr>
                    </a:p>
                  </a:txBody>
                  <a:tcPr marL="134641" marR="134641" marT="50579" marB="50579" anchor="ctr">
                    <a:lnL w="3175" cap="flat" cmpd="sng" algn="ctr">
                      <a:solidFill>
                        <a:srgbClr val="A69F9F"/>
                      </a:solidFill>
                      <a:prstDash val="solid"/>
                      <a:round/>
                      <a:headEnd type="none" w="med" len="med"/>
                      <a:tailEnd type="none" w="med" len="med"/>
                    </a:lnL>
                    <a:lnR w="3175" cap="flat" cmpd="sng" algn="ctr">
                      <a:solidFill>
                        <a:srgbClr val="A69F9F"/>
                      </a:solid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noFill/>
                      <a:prstDash val="solid"/>
                      <a:round/>
                      <a:headEnd type="none" w="med" len="med"/>
                      <a:tailEnd type="none" w="med" len="med"/>
                    </a:lnB>
                    <a:solidFill>
                      <a:schemeClr val="bg1"/>
                    </a:solidFill>
                  </a:tcPr>
                </a:tc>
                <a:tc>
                  <a:txBody>
                    <a:bodyPr/>
                    <a:lstStyle/>
                    <a:p>
                      <a:endParaRPr lang="en-US" sz="1200" i="1" dirty="0">
                        <a:solidFill>
                          <a:srgbClr val="595454"/>
                        </a:solidFill>
                      </a:endParaRPr>
                    </a:p>
                  </a:txBody>
                  <a:tcPr marL="134641" marR="134641" marT="50579" marB="50579" anchor="ctr">
                    <a:lnL w="3175" cap="flat" cmpd="sng" algn="ctr">
                      <a:solidFill>
                        <a:srgbClr val="A69F9F"/>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69F9F"/>
                      </a:solidFill>
                      <a:prstDash val="solid"/>
                      <a:round/>
                      <a:headEnd type="none" w="med" len="med"/>
                      <a:tailEnd type="none" w="med" len="med"/>
                    </a:lnT>
                    <a:lnB w="3175"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403385780"/>
                  </a:ext>
                </a:extLst>
              </a:tr>
            </a:tbl>
          </a:graphicData>
        </a:graphic>
      </p:graphicFrame>
      <p:sp>
        <p:nvSpPr>
          <p:cNvPr id="2" name="Rectangle 1">
            <a:extLst>
              <a:ext uri="{FF2B5EF4-FFF2-40B4-BE49-F238E27FC236}">
                <a16:creationId xmlns:a16="http://schemas.microsoft.com/office/drawing/2014/main" id="{933B6561-1A6F-204B-985F-82B9D3E1324F}"/>
              </a:ext>
            </a:extLst>
          </p:cNvPr>
          <p:cNvSpPr>
            <a:spLocks/>
          </p:cNvSpPr>
          <p:nvPr/>
        </p:nvSpPr>
        <p:spPr>
          <a:xfrm>
            <a:off x="365125" y="1225550"/>
            <a:ext cx="11460163" cy="4902201"/>
          </a:xfrm>
          <a:prstGeom prst="rect">
            <a:avLst/>
          </a:prstGeom>
          <a:noFill/>
          <a:ln w="6350">
            <a:solidFill>
              <a:srgbClr val="A69F9F"/>
            </a:solidFill>
          </a:ln>
        </p:spPr>
        <p:style>
          <a:lnRef idx="0">
            <a:schemeClr val="accent1"/>
          </a:lnRef>
          <a:fillRef idx="1">
            <a:schemeClr val="accent1"/>
          </a:fillRef>
          <a:effectRef idx="0">
            <a:srgbClr val="00000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a:ln>
                <a:noFill/>
              </a:ln>
              <a:solidFill>
                <a:srgbClr val="FFFFFF"/>
              </a:solidFill>
              <a:effectLst/>
              <a:uLnTx/>
              <a:uFillTx/>
              <a:latin typeface="Trebuchet MS"/>
              <a:ea typeface="+mn-ea"/>
              <a:cs typeface="+mn-cs"/>
            </a:endParaRPr>
          </a:p>
        </p:txBody>
      </p:sp>
    </p:spTree>
    <p:extLst>
      <p:ext uri="{BB962C8B-B14F-4D97-AF65-F5344CB8AC3E}">
        <p14:creationId xmlns:p14="http://schemas.microsoft.com/office/powerpoint/2010/main" val="42437256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1_Bristol Myers Squibb">
  <a:themeElements>
    <a:clrScheme name="Bristol Myers Squibb Colors">
      <a:dk1>
        <a:srgbClr val="595454"/>
      </a:dk1>
      <a:lt1>
        <a:srgbClr val="FFFFFF"/>
      </a:lt1>
      <a:dk2>
        <a:srgbClr val="595454"/>
      </a:dk2>
      <a:lt2>
        <a:srgbClr val="EEE7E7"/>
      </a:lt2>
      <a:accent1>
        <a:srgbClr val="A69F9F"/>
      </a:accent1>
      <a:accent2>
        <a:srgbClr val="FFD186"/>
      </a:accent2>
      <a:accent3>
        <a:srgbClr val="33D6F1"/>
      </a:accent3>
      <a:accent4>
        <a:srgbClr val="CB7C78"/>
      </a:accent4>
      <a:accent5>
        <a:srgbClr val="59FFB9"/>
      </a:accent5>
      <a:accent6>
        <a:srgbClr val="FDA97D"/>
      </a:accent6>
      <a:hlink>
        <a:srgbClr val="BE2BBB"/>
      </a:hlink>
      <a:folHlink>
        <a:srgbClr val="BE2BBB"/>
      </a:folHlink>
    </a:clrScheme>
    <a:fontScheme name="Bristol Myers Squibb Fonts">
      <a:majorFont>
        <a:latin typeface="Trebuchet MS"/>
        <a:ea typeface=""/>
        <a:cs typeface=""/>
      </a:majorFont>
      <a:minorFont>
        <a:latin typeface="Trebuchet MS"/>
        <a:ea typeface=""/>
        <a:cs typeface=""/>
      </a:minorFont>
    </a:fontScheme>
    <a:fmtScheme name="Bristol Myers Squibb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2000"/>
        </a:defPPr>
      </a:lstStyle>
      <a:style>
        <a:lnRef idx="0">
          <a:schemeClr val="accent1"/>
        </a:lnRef>
        <a:fillRef idx="1">
          <a:schemeClr val="accent1"/>
        </a:fillRef>
        <a:effectRef idx="0">
          <a:srgbClr val="000000"/>
        </a:effectRef>
        <a:fontRef idx="minor">
          <a:schemeClr val="lt1"/>
        </a:fontRef>
      </a:style>
    </a:spDef>
    <a:lnDef>
      <a:spPr>
        <a:ln w="28575" cap="rnd"/>
      </a:spPr>
      <a:bodyPr/>
      <a:lstStyle/>
      <a:style>
        <a:lnRef idx="1">
          <a:srgbClr val="BE2BBB"/>
        </a:lnRef>
        <a:fillRef idx="0">
          <a:schemeClr val="accent1"/>
        </a:fillRef>
        <a:effectRef idx="0">
          <a:srgbClr val="000000"/>
        </a:effectRef>
        <a:fontRef idx="minor">
          <a:schemeClr val="lt1"/>
        </a:fontRef>
      </a:style>
    </a:lnDef>
    <a:txDef>
      <a:spPr>
        <a:noFill/>
      </a:spPr>
      <a:bodyPr wrap="square" lIns="0" tIns="0" rIns="0" bIns="0" rtlCol="0">
        <a:noAutofit/>
      </a:bodyPr>
      <a:lstStyle>
        <a:defPPr>
          <a:lnSpc>
            <a:spcPct val="100000"/>
          </a:lnSpc>
          <a:defRPr sz="2000"/>
        </a:defPPr>
      </a:lstStyle>
    </a:txDef>
  </a:objectDefaults>
  <a:extraClrSchemeLst/>
  <a:custClrLst>
    <a:custClr name="Purple">
      <a:srgbClr val="BE2BBB"/>
    </a:custClr>
    <a:custClr name="Dark Gray">
      <a:srgbClr val="595454"/>
    </a:custClr>
    <a:custClr name="Gray">
      <a:srgbClr val="A69F9F"/>
    </a:custClr>
    <a:custClr name="Light Gray">
      <a:srgbClr val="EEE7E7"/>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Amber 1">
      <a:srgbClr val="FFECCD"/>
    </a:custClr>
    <a:custClr name="Peach 1">
      <a:srgbClr val="FEDCCA"/>
    </a:custClr>
    <a:custClr name="Sienna 1">
      <a:srgbClr val="DAC5C5"/>
    </a:custClr>
    <a:custClr name="Mint 1">
      <a:srgbClr val="C5FFE6"/>
    </a:custClr>
    <a:custClr name="Aqua 1">
      <a:srgbClr val="C0F2FB"/>
    </a:custClr>
    <a:custClr name="White">
      <a:srgbClr val="FFFFFF"/>
    </a:custClr>
    <a:custClr name="White">
      <a:srgbClr val="FFFFFF"/>
    </a:custClr>
    <a:custClr name="White">
      <a:srgbClr val="FFFFFF"/>
    </a:custClr>
    <a:custClr name="White">
      <a:srgbClr val="FFFFFF"/>
    </a:custClr>
    <a:custClr name="White">
      <a:srgbClr val="FFFFFF"/>
    </a:custClr>
    <a:custClr name="Amber 3">
      <a:srgbClr val="FFAC25"/>
    </a:custClr>
    <a:custClr name="Peach 3">
      <a:srgbClr val="DF603A"/>
    </a:custClr>
    <a:custClr name="Sienna 3">
      <a:srgbClr val="772A28"/>
    </a:custClr>
    <a:custClr name="Mint 3">
      <a:srgbClr val="1DCE9B"/>
    </a:custClr>
    <a:custClr name="Aqua 3">
      <a:srgbClr val="009FBA"/>
    </a:custClr>
    <a:custClr name="White">
      <a:srgbClr val="FFFFFF"/>
    </a:custClr>
    <a:custClr name="White">
      <a:srgbClr val="FFFFFF"/>
    </a:custClr>
    <a:custClr name="White">
      <a:srgbClr val="FFFFFF"/>
    </a:custClr>
    <a:custClr name="White">
      <a:srgbClr val="FFFFFF"/>
    </a:custClr>
    <a:custClr name="White">
      <a:srgbClr val="FFFFFF"/>
    </a:custClr>
    <a:custClr name="Amber 4">
      <a:srgbClr val="C37900"/>
    </a:custClr>
    <a:custClr name="Peach 4">
      <a:srgbClr val="BA4422"/>
    </a:custClr>
    <a:custClr name="Sienna 4">
      <a:srgbClr val="501514"/>
    </a:custClr>
    <a:custClr name="Mint 4">
      <a:srgbClr val="138967"/>
    </a:custClr>
    <a:custClr name="Aqua 4">
      <a:srgbClr val="097789"/>
    </a:custClr>
    <a:custClr name="White">
      <a:srgbClr val="FFFFFF"/>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Theme1" id="{13D9A06E-6725-4CE3-A7AF-65ABFFE9A520}" vid="{E8E29BD7-76E8-4FB7-8F3D-8BB0709419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2DB9E2CD2A5C440B744E933016E87D9" ma:contentTypeVersion="13" ma:contentTypeDescription="Create a new document." ma:contentTypeScope="" ma:versionID="a15717eb0f25eaa0aa0f596ab897f5b0">
  <xsd:schema xmlns:xsd="http://www.w3.org/2001/XMLSchema" xmlns:xs="http://www.w3.org/2001/XMLSchema" xmlns:p="http://schemas.microsoft.com/office/2006/metadata/properties" xmlns:ns2="d58aa00e-f3c0-46ab-a6c5-a4aa8ec7276e" xmlns:ns3="1ff81937-46f0-48f5-a4f4-7207cfde9880" targetNamespace="http://schemas.microsoft.com/office/2006/metadata/properties" ma:root="true" ma:fieldsID="f9031c5d954c7b4426ed955c291a8dc8" ns2:_="" ns3:_="">
    <xsd:import namespace="d58aa00e-f3c0-46ab-a6c5-a4aa8ec7276e"/>
    <xsd:import namespace="1ff81937-46f0-48f5-a4f4-7207cfde988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ServiceSearchProperties" minOccurs="0"/>
                <xsd:element ref="ns2:lcf76f155ced4ddcb4097134ff3c332f" minOccurs="0"/>
                <xsd:element ref="ns3:TaxCatchAll" minOccurs="0"/>
                <xsd:element ref="ns2:MediaServiceDateTaken"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8aa00e-f3c0-46ab-a6c5-a4aa8ec727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7a9922f0-7a2e-45f4-8caa-22c5d3065b43"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ff81937-46f0-48f5-a4f4-7207cfde988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87af39d2-27fe-4525-8f82-a327b756d3e4}" ma:internalName="TaxCatchAll" ma:showField="CatchAllData" ma:web="1ff81937-46f0-48f5-a4f4-7207cfde9880">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1ff81937-46f0-48f5-a4f4-7207cfde9880" xsi:nil="true"/>
    <SharedWithUsers xmlns="1ff81937-46f0-48f5-a4f4-7207cfde9880">
      <UserInfo>
        <DisplayName>Kaplan, Lori</DisplayName>
        <AccountId>27</AccountId>
        <AccountType/>
      </UserInfo>
    </SharedWithUsers>
    <lcf76f155ced4ddcb4097134ff3c332f xmlns="d58aa00e-f3c0-46ab-a6c5-a4aa8ec7276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2F406D8-50A4-457E-B611-78758F79527B}">
  <ds:schemaRefs>
    <ds:schemaRef ds:uri="http://schemas.microsoft.com/sharepoint/v3/contenttype/forms"/>
  </ds:schemaRefs>
</ds:datastoreItem>
</file>

<file path=customXml/itemProps2.xml><?xml version="1.0" encoding="utf-8"?>
<ds:datastoreItem xmlns:ds="http://schemas.openxmlformats.org/officeDocument/2006/customXml" ds:itemID="{DECA3C73-8022-426A-9B3D-3D509C308A52}">
  <ds:schemaRefs>
    <ds:schemaRef ds:uri="1ff81937-46f0-48f5-a4f4-7207cfde9880"/>
    <ds:schemaRef ds:uri="d58aa00e-f3c0-46ab-a6c5-a4aa8ec7276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B059CB1-CB57-45C8-B58C-EB9957E73A5D}">
  <ds:schemaRefs>
    <ds:schemaRef ds:uri="1ff81937-46f0-48f5-a4f4-7207cfde9880"/>
    <ds:schemaRef ds:uri="4ce1936b-43e3-436c-964a-a212a0edf4f1"/>
    <ds:schemaRef ds:uri="d58aa00e-f3c0-46ab-a6c5-a4aa8ec7276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71e34cb8-3a56-4fd5-a259-4acadab6e4ac}" enabled="0" method="" siteId="{71e34cb8-3a56-4fd5-a259-4acadab6e4ac}" removed="1"/>
  <clbl:label id="{7ffb99db-04b0-4879-8e73-d3174e57b086}" enabled="1" method="Standard" siteId="{ec3c7dee-d552-494b-a393-7f941a90b985}" removed="0"/>
</clbl:labelList>
</file>

<file path=docProps/app.xml><?xml version="1.0" encoding="utf-8"?>
<Properties xmlns="http://schemas.openxmlformats.org/officeDocument/2006/extended-properties" xmlns:vt="http://schemas.openxmlformats.org/officeDocument/2006/docPropsVTypes">
  <TotalTime>1</TotalTime>
  <Words>516</Words>
  <Application>Microsoft Office PowerPoint</Application>
  <PresentationFormat>Widescreen</PresentationFormat>
  <Paragraphs>73</Paragraphs>
  <Slides>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Trebuchet MS</vt:lpstr>
      <vt:lpstr>Wingdings</vt:lpstr>
      <vt:lpstr>1_Bristol Myers Squibb</vt:lpstr>
      <vt:lpstr>Customer Segmentation</vt:lpstr>
      <vt:lpstr>Factors that inform a customer segment</vt:lpstr>
      <vt:lpstr>Prioritization of the customer segments </vt:lpstr>
      <vt:lpstr>Messaging Strategy</vt:lpstr>
      <vt:lpstr>Business objective framework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Brand IQ Activity Sheets</dc:title>
  <dc:creator>Courtney Brady</dc:creator>
  <cp:lastModifiedBy>Daniel Deng</cp:lastModifiedBy>
  <cp:revision>5</cp:revision>
  <dcterms:created xsi:type="dcterms:W3CDTF">2024-03-12T22:37:10Z</dcterms:created>
  <dcterms:modified xsi:type="dcterms:W3CDTF">2026-03-02T08:19:50Z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0x01010032DB9E2CD2A5C440B744E933016E87D9</vt:lpwstr>
  </property>
  <property fmtid="{D5CDD505-2E9C-101B-9397-08002B2CF9AE}" pid="3" name="pstrSourceShapeName">
    <vt:lpwstr>Title 1</vt:lpwstr>
  </property>
  <property fmtid="{D5CDD505-2E9C-101B-9397-08002B2CF9AE}" pid="4" name="pintSourceSlideIndex">
    <vt:i4>4</vt:i4>
  </property>
  <property fmtid="{D5CDD505-2E9C-101B-9397-08002B2CF9AE}" pid="5" name="pdobSourceWidth">
    <vt:r8>902.400024414063</vt:r8>
  </property>
  <property fmtid="{D5CDD505-2E9C-101B-9397-08002B2CF9AE}" pid="6" name="pdobSourceHeight">
    <vt:r8>72</vt:r8>
  </property>
  <property fmtid="{D5CDD505-2E9C-101B-9397-08002B2CF9AE}" pid="7" name="pdobSourceOriginalWidth">
    <vt:r8>0</vt:r8>
  </property>
  <property fmtid="{D5CDD505-2E9C-101B-9397-08002B2CF9AE}" pid="8" name="pdobSourceOriginalHeight">
    <vt:r8>0</vt:r8>
  </property>
  <property fmtid="{D5CDD505-2E9C-101B-9397-08002B2CF9AE}" pid="9" name="pdobSourceTop">
    <vt:r8>28.75</vt:r8>
  </property>
  <property fmtid="{D5CDD505-2E9C-101B-9397-08002B2CF9AE}" pid="10" name="pdobSourceLeft">
    <vt:r8>28.75</vt:r8>
  </property>
  <property fmtid="{D5CDD505-2E9C-101B-9397-08002B2CF9AE}" pid="11" name="pdobSourceCropLeft">
    <vt:r8>0</vt:r8>
  </property>
  <property fmtid="{D5CDD505-2E9C-101B-9397-08002B2CF9AE}" pid="12" name="pdobSourceCropRight">
    <vt:r8>0</vt:r8>
  </property>
  <property fmtid="{D5CDD505-2E9C-101B-9397-08002B2CF9AE}" pid="13" name="pdobSourceCropTop">
    <vt:r8>0</vt:r8>
  </property>
  <property fmtid="{D5CDD505-2E9C-101B-9397-08002B2CF9AE}" pid="14" name="pdobSourceCropBottom">
    <vt:r8>0</vt:r8>
  </property>
  <property fmtid="{D5CDD505-2E9C-101B-9397-08002B2CF9AE}" pid="15" name="MediaServiceImageTags">
    <vt:lpwstr/>
  </property>
</Properties>
</file>